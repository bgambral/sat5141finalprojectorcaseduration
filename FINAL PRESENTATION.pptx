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Darker Grotesque Medium"/>
      <p:regular r:id="rId19"/>
      <p:bold r:id="rId20"/>
    </p:embeddedFont>
    <p:embeddedFont>
      <p:font typeface="Darker Grotesque"/>
      <p:regular r:id="rId21"/>
      <p:bold r:id="rId22"/>
    </p:embeddedFont>
    <p:embeddedFont>
      <p:font typeface="Archiv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arkerGrotesqueMedium-bold.fntdata"/><Relationship Id="rId22" Type="http://schemas.openxmlformats.org/officeDocument/2006/relationships/font" Target="fonts/DarkerGrotesque-bold.fntdata"/><Relationship Id="rId21" Type="http://schemas.openxmlformats.org/officeDocument/2006/relationships/font" Target="fonts/DarkerGrotesque-regular.fntdata"/><Relationship Id="rId24" Type="http://schemas.openxmlformats.org/officeDocument/2006/relationships/font" Target="fonts/Archivo-bold.fntdata"/><Relationship Id="rId23" Type="http://schemas.openxmlformats.org/officeDocument/2006/relationships/font" Target="fonts/Archiv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rchivo-boldItalic.fntdata"/><Relationship Id="rId25" Type="http://schemas.openxmlformats.org/officeDocument/2006/relationships/font" Target="fonts/Archiv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DarkerGrotesqueMedium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adbfd3bf1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adbfd3bf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adbfd3bf1a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adbfd3bf1a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adbfd3bf1a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adbfd3bf1a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adbfd3bf1a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adbfd3bf1a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adbfd3bf1a_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adbfd3bf1a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adbfd3bf1a_1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adbfd3bf1a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adbfd3bf1a_1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adbfd3bf1a_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adbfd3bf1a_1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adbfd3bf1a_1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dbfd3bf1a_1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adbfd3bf1a_1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adbfd3bf1a_1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adbfd3bf1a_1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adbfd3bf1a_1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adbfd3bf1a_1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adbfd3bf1a_1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adbfd3bf1a_1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adbfd3bf1a_1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adbfd3bf1a_1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bg>
      <p:bgPr>
        <a:solidFill>
          <a:schemeClr val="lt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114300" y="92175"/>
            <a:ext cx="8915400" cy="23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1pPr>
            <a:lvl2pPr lvl="1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2pPr>
            <a:lvl3pPr lvl="2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3pPr>
            <a:lvl4pPr lvl="3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4pPr>
            <a:lvl5pPr lvl="4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5pPr>
            <a:lvl6pPr lvl="5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6pPr>
            <a:lvl7pPr lvl="6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7pPr>
            <a:lvl8pPr lvl="7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8pPr>
            <a:lvl9pPr lvl="8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9pPr>
          </a:lstStyle>
          <a:p/>
        </p:txBody>
      </p:sp>
      <p:sp>
        <p:nvSpPr>
          <p:cNvPr id="10" name="Google Shape;10;p2"/>
          <p:cNvSpPr/>
          <p:nvPr/>
        </p:nvSpPr>
        <p:spPr>
          <a:xfrm>
            <a:off x="4249625" y="3488450"/>
            <a:ext cx="4665900" cy="1431600"/>
          </a:xfrm>
          <a:prstGeom prst="roundRect">
            <a:avLst>
              <a:gd fmla="val 8852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idx="2" type="title"/>
          </p:nvPr>
        </p:nvSpPr>
        <p:spPr>
          <a:xfrm>
            <a:off x="4637775" y="3665450"/>
            <a:ext cx="4041000" cy="125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" type="secHead">
  <p:cSld name="SECTION_HEADER">
    <p:bg>
      <p:bgPr>
        <a:solidFill>
          <a:schemeClr val="lt2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228600" y="223625"/>
            <a:ext cx="6299100" cy="4691700"/>
          </a:xfrm>
          <a:prstGeom prst="roundRect">
            <a:avLst>
              <a:gd fmla="val 3982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3"/>
          <p:cNvSpPr/>
          <p:nvPr/>
        </p:nvSpPr>
        <p:spPr>
          <a:xfrm>
            <a:off x="8378775" y="223500"/>
            <a:ext cx="536700" cy="4696500"/>
          </a:xfrm>
          <a:prstGeom prst="roundRect">
            <a:avLst>
              <a:gd fmla="val 30566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>
            <p:ph idx="2" type="pic"/>
          </p:nvPr>
        </p:nvSpPr>
        <p:spPr>
          <a:xfrm>
            <a:off x="6702550" y="228300"/>
            <a:ext cx="1501500" cy="4691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09800" y="2743200"/>
            <a:ext cx="5648100" cy="24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0"/>
              <a:buFont typeface="Darker Grotesque Medium"/>
              <a:buNone/>
              <a:defRPr b="0" sz="35000">
                <a:solidFill>
                  <a:schemeClr val="lt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0"/>
              <a:buNone/>
              <a:defRPr sz="35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0"/>
              <a:buNone/>
              <a:defRPr sz="35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0"/>
              <a:buNone/>
              <a:defRPr sz="35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0"/>
              <a:buNone/>
              <a:defRPr sz="35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0"/>
              <a:buNone/>
              <a:defRPr sz="35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0"/>
              <a:buNone/>
              <a:defRPr sz="35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0"/>
              <a:buNone/>
              <a:defRPr sz="35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0"/>
              <a:buNone/>
              <a:defRPr sz="35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351400" y="314425"/>
            <a:ext cx="4283400" cy="3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 b="0" sz="14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siness Objective" type="tx">
  <p:cSld name="TITLE_AND_BODY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228600" y="223625"/>
            <a:ext cx="2857500" cy="2259300"/>
          </a:xfrm>
          <a:prstGeom prst="roundRect">
            <a:avLst>
              <a:gd fmla="val 691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228600" y="2604950"/>
            <a:ext cx="4286100" cy="2045700"/>
          </a:xfrm>
          <a:prstGeom prst="roundRect">
            <a:avLst>
              <a:gd fmla="val 9454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>
            <p:ph idx="2" type="pic"/>
          </p:nvPr>
        </p:nvSpPr>
        <p:spPr>
          <a:xfrm>
            <a:off x="4629150" y="2604950"/>
            <a:ext cx="4286100" cy="2042100"/>
          </a:xfrm>
          <a:prstGeom prst="roundRect">
            <a:avLst>
              <a:gd fmla="val 10953" name="adj"/>
            </a:avLst>
          </a:prstGeom>
          <a:noFill/>
          <a:ln>
            <a:noFill/>
          </a:ln>
        </p:spPr>
      </p:sp>
      <p:sp>
        <p:nvSpPr>
          <p:cNvPr id="22" name="Google Shape;22;p4"/>
          <p:cNvSpPr txBox="1"/>
          <p:nvPr>
            <p:ph idx="1" type="subTitle"/>
          </p:nvPr>
        </p:nvSpPr>
        <p:spPr>
          <a:xfrm>
            <a:off x="291900" y="1260225"/>
            <a:ext cx="25500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3" type="body"/>
          </p:nvPr>
        </p:nvSpPr>
        <p:spPr>
          <a:xfrm>
            <a:off x="291900" y="1663200"/>
            <a:ext cx="2737800" cy="6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4" type="subTitle"/>
          </p:nvPr>
        </p:nvSpPr>
        <p:spPr>
          <a:xfrm>
            <a:off x="291900" y="267300"/>
            <a:ext cx="24198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/>
          <p:nvPr/>
        </p:nvSpPr>
        <p:spPr>
          <a:xfrm>
            <a:off x="3205900" y="223625"/>
            <a:ext cx="2737800" cy="2259300"/>
          </a:xfrm>
          <a:prstGeom prst="roundRect">
            <a:avLst>
              <a:gd fmla="val 691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 txBox="1"/>
          <p:nvPr>
            <p:ph idx="5" type="subTitle"/>
          </p:nvPr>
        </p:nvSpPr>
        <p:spPr>
          <a:xfrm>
            <a:off x="3266546" y="1260225"/>
            <a:ext cx="24432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6" type="body"/>
          </p:nvPr>
        </p:nvSpPr>
        <p:spPr>
          <a:xfrm>
            <a:off x="3266550" y="1663200"/>
            <a:ext cx="2618700" cy="6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7" type="subTitle"/>
          </p:nvPr>
        </p:nvSpPr>
        <p:spPr>
          <a:xfrm>
            <a:off x="3266546" y="267300"/>
            <a:ext cx="23184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/>
          <p:nvPr/>
        </p:nvSpPr>
        <p:spPr>
          <a:xfrm>
            <a:off x="6063950" y="223625"/>
            <a:ext cx="2857500" cy="2259300"/>
          </a:xfrm>
          <a:prstGeom prst="roundRect">
            <a:avLst>
              <a:gd fmla="val 691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 txBox="1"/>
          <p:nvPr>
            <p:ph idx="8" type="subTitle"/>
          </p:nvPr>
        </p:nvSpPr>
        <p:spPr>
          <a:xfrm>
            <a:off x="6127250" y="1260225"/>
            <a:ext cx="25500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9" type="body"/>
          </p:nvPr>
        </p:nvSpPr>
        <p:spPr>
          <a:xfrm>
            <a:off x="6127250" y="1663200"/>
            <a:ext cx="2737800" cy="6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3" type="subTitle"/>
          </p:nvPr>
        </p:nvSpPr>
        <p:spPr>
          <a:xfrm>
            <a:off x="6127250" y="267300"/>
            <a:ext cx="24198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4" type="subTitle"/>
          </p:nvPr>
        </p:nvSpPr>
        <p:spPr>
          <a:xfrm>
            <a:off x="291900" y="3371375"/>
            <a:ext cx="40677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15" type="body"/>
          </p:nvPr>
        </p:nvSpPr>
        <p:spPr>
          <a:xfrm>
            <a:off x="291900" y="3837225"/>
            <a:ext cx="4143900" cy="7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idx="16" type="subTitle"/>
          </p:nvPr>
        </p:nvSpPr>
        <p:spPr>
          <a:xfrm>
            <a:off x="291900" y="2740300"/>
            <a:ext cx="24606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4"/>
          <p:cNvSpPr/>
          <p:nvPr/>
        </p:nvSpPr>
        <p:spPr>
          <a:xfrm>
            <a:off x="228600" y="4820575"/>
            <a:ext cx="8686800" cy="188700"/>
          </a:xfrm>
          <a:prstGeom prst="roundRect">
            <a:avLst>
              <a:gd fmla="val 3112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 txBox="1"/>
          <p:nvPr>
            <p:ph idx="17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chivo"/>
              <a:buNone/>
              <a:defRPr b="0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4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 type="twoColTx">
  <p:cSld name="TITLE_AND_TWO_COLUMN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/>
          <p:nvPr/>
        </p:nvSpPr>
        <p:spPr>
          <a:xfrm>
            <a:off x="228600" y="4820575"/>
            <a:ext cx="8686800" cy="188700"/>
          </a:xfrm>
          <a:prstGeom prst="roundRect">
            <a:avLst>
              <a:gd fmla="val 3112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 txBox="1"/>
          <p:nvPr>
            <p:ph idx="1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chivo"/>
              <a:buNone/>
              <a:defRPr b="0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42" name="Google Shape;42;p5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s &amp; Cons" type="titleOnly">
  <p:cSld name="TITLE_ONLY">
    <p:bg>
      <p:bgPr>
        <a:solidFill>
          <a:schemeClr val="lt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/>
          <p:nvPr/>
        </p:nvSpPr>
        <p:spPr>
          <a:xfrm>
            <a:off x="228600" y="223625"/>
            <a:ext cx="4825200" cy="4437900"/>
          </a:xfrm>
          <a:prstGeom prst="roundRect">
            <a:avLst>
              <a:gd fmla="val 9454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6"/>
          <p:cNvSpPr/>
          <p:nvPr/>
        </p:nvSpPr>
        <p:spPr>
          <a:xfrm>
            <a:off x="5188325" y="223625"/>
            <a:ext cx="3727200" cy="4437900"/>
          </a:xfrm>
          <a:prstGeom prst="roundRect">
            <a:avLst>
              <a:gd fmla="val 945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6"/>
          <p:cNvSpPr txBox="1"/>
          <p:nvPr>
            <p:ph type="title"/>
          </p:nvPr>
        </p:nvSpPr>
        <p:spPr>
          <a:xfrm>
            <a:off x="476409" y="3845757"/>
            <a:ext cx="2638500" cy="8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6"/>
          <p:cNvSpPr txBox="1"/>
          <p:nvPr>
            <p:ph idx="2" type="title"/>
          </p:nvPr>
        </p:nvSpPr>
        <p:spPr>
          <a:xfrm>
            <a:off x="5382375" y="3845757"/>
            <a:ext cx="2110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6"/>
          <p:cNvSpPr txBox="1"/>
          <p:nvPr>
            <p:ph idx="1" type="body"/>
          </p:nvPr>
        </p:nvSpPr>
        <p:spPr>
          <a:xfrm>
            <a:off x="476409" y="392594"/>
            <a:ext cx="4164300" cy="26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" name="Google Shape;49;p6"/>
          <p:cNvSpPr txBox="1"/>
          <p:nvPr>
            <p:ph idx="3" type="body"/>
          </p:nvPr>
        </p:nvSpPr>
        <p:spPr>
          <a:xfrm>
            <a:off x="5382375" y="392594"/>
            <a:ext cx="3419400" cy="26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6"/>
          <p:cNvSpPr/>
          <p:nvPr/>
        </p:nvSpPr>
        <p:spPr>
          <a:xfrm>
            <a:off x="228600" y="4820575"/>
            <a:ext cx="8686800" cy="188700"/>
          </a:xfrm>
          <a:prstGeom prst="roundRect">
            <a:avLst>
              <a:gd fmla="val 3112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6"/>
          <p:cNvSpPr txBox="1"/>
          <p:nvPr>
            <p:ph idx="4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chivo"/>
              <a:buNone/>
              <a:defRPr b="0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52" name="Google Shape;52;p6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ing Strategy">
  <p:cSld name="ONE_COLUMN_TEXT"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/>
          <p:nvPr/>
        </p:nvSpPr>
        <p:spPr>
          <a:xfrm>
            <a:off x="228600" y="223625"/>
            <a:ext cx="4238100" cy="4423500"/>
          </a:xfrm>
          <a:prstGeom prst="roundRect">
            <a:avLst>
              <a:gd fmla="val 597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7"/>
          <p:cNvSpPr/>
          <p:nvPr/>
        </p:nvSpPr>
        <p:spPr>
          <a:xfrm>
            <a:off x="4636327" y="223652"/>
            <a:ext cx="4279200" cy="915900"/>
          </a:xfrm>
          <a:prstGeom prst="roundRect">
            <a:avLst>
              <a:gd fmla="val 197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7"/>
          <p:cNvSpPr/>
          <p:nvPr/>
        </p:nvSpPr>
        <p:spPr>
          <a:xfrm>
            <a:off x="4636325" y="1307410"/>
            <a:ext cx="4279200" cy="2371800"/>
          </a:xfrm>
          <a:prstGeom prst="roundRect">
            <a:avLst>
              <a:gd fmla="val 1198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7"/>
          <p:cNvSpPr/>
          <p:nvPr/>
        </p:nvSpPr>
        <p:spPr>
          <a:xfrm>
            <a:off x="4636327" y="3846769"/>
            <a:ext cx="4279200" cy="800400"/>
          </a:xfrm>
          <a:prstGeom prst="roundRect">
            <a:avLst>
              <a:gd fmla="val 197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7"/>
          <p:cNvSpPr txBox="1"/>
          <p:nvPr>
            <p:ph type="title"/>
          </p:nvPr>
        </p:nvSpPr>
        <p:spPr>
          <a:xfrm>
            <a:off x="299276" y="3595975"/>
            <a:ext cx="3630000" cy="9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"/>
          <p:cNvSpPr/>
          <p:nvPr/>
        </p:nvSpPr>
        <p:spPr>
          <a:xfrm>
            <a:off x="228600" y="4820575"/>
            <a:ext cx="8686800" cy="188700"/>
          </a:xfrm>
          <a:prstGeom prst="roundRect">
            <a:avLst>
              <a:gd fmla="val 3112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7"/>
          <p:cNvSpPr txBox="1"/>
          <p:nvPr>
            <p:ph idx="1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chivo"/>
              <a:buNone/>
              <a:defRPr b="0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None/>
              <a:defRPr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1" name="Google Shape;61;p7"/>
          <p:cNvSpPr txBox="1"/>
          <p:nvPr>
            <p:ph idx="2" type="subTitle"/>
          </p:nvPr>
        </p:nvSpPr>
        <p:spPr>
          <a:xfrm>
            <a:off x="4762500" y="210875"/>
            <a:ext cx="586800" cy="9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7"/>
          <p:cNvSpPr txBox="1"/>
          <p:nvPr>
            <p:ph idx="3" type="subTitle"/>
          </p:nvPr>
        </p:nvSpPr>
        <p:spPr>
          <a:xfrm>
            <a:off x="4762500" y="1307425"/>
            <a:ext cx="586800" cy="23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" name="Google Shape;63;p7"/>
          <p:cNvSpPr txBox="1"/>
          <p:nvPr>
            <p:ph idx="4" type="subTitle"/>
          </p:nvPr>
        </p:nvSpPr>
        <p:spPr>
          <a:xfrm>
            <a:off x="4762500" y="3846775"/>
            <a:ext cx="586800" cy="80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arker Grotesque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p7"/>
          <p:cNvSpPr txBox="1"/>
          <p:nvPr>
            <p:ph idx="5" type="body"/>
          </p:nvPr>
        </p:nvSpPr>
        <p:spPr>
          <a:xfrm>
            <a:off x="5922019" y="223650"/>
            <a:ext cx="2922300" cy="9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7"/>
          <p:cNvSpPr txBox="1"/>
          <p:nvPr>
            <p:ph idx="6" type="body"/>
          </p:nvPr>
        </p:nvSpPr>
        <p:spPr>
          <a:xfrm>
            <a:off x="5922019" y="1307400"/>
            <a:ext cx="2922300" cy="23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" name="Google Shape;66;p7"/>
          <p:cNvSpPr txBox="1"/>
          <p:nvPr>
            <p:ph idx="7" type="body"/>
          </p:nvPr>
        </p:nvSpPr>
        <p:spPr>
          <a:xfrm>
            <a:off x="5922019" y="3846775"/>
            <a:ext cx="2922300" cy="80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" name="Google Shape;67;p7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ducts">
  <p:cSld name="CUSTOM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/>
          <p:nvPr/>
        </p:nvSpPr>
        <p:spPr>
          <a:xfrm>
            <a:off x="228625" y="223625"/>
            <a:ext cx="8686800" cy="1180200"/>
          </a:xfrm>
          <a:prstGeom prst="roundRect">
            <a:avLst>
              <a:gd fmla="val 18213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8"/>
          <p:cNvSpPr/>
          <p:nvPr>
            <p:ph idx="2" type="pic"/>
          </p:nvPr>
        </p:nvSpPr>
        <p:spPr>
          <a:xfrm>
            <a:off x="228375" y="1508150"/>
            <a:ext cx="2082900" cy="3138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71" name="Google Shape;71;p8"/>
          <p:cNvSpPr/>
          <p:nvPr/>
        </p:nvSpPr>
        <p:spPr>
          <a:xfrm>
            <a:off x="228600" y="4820575"/>
            <a:ext cx="8686800" cy="188700"/>
          </a:xfrm>
          <a:prstGeom prst="roundRect">
            <a:avLst>
              <a:gd fmla="val 3112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8"/>
          <p:cNvSpPr txBox="1"/>
          <p:nvPr>
            <p:ph idx="1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chivo"/>
              <a:buNone/>
              <a:defRPr b="0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" name="Google Shape;73;p8"/>
          <p:cNvSpPr txBox="1"/>
          <p:nvPr>
            <p:ph type="title"/>
          </p:nvPr>
        </p:nvSpPr>
        <p:spPr>
          <a:xfrm>
            <a:off x="342900" y="269025"/>
            <a:ext cx="3457200" cy="85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8"/>
          <p:cNvSpPr txBox="1"/>
          <p:nvPr>
            <p:ph idx="3" type="body"/>
          </p:nvPr>
        </p:nvSpPr>
        <p:spPr>
          <a:xfrm>
            <a:off x="3920125" y="269025"/>
            <a:ext cx="4167300" cy="7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5" name="Google Shape;75;p8"/>
          <p:cNvSpPr/>
          <p:nvPr>
            <p:ph idx="4" type="pic"/>
          </p:nvPr>
        </p:nvSpPr>
        <p:spPr>
          <a:xfrm>
            <a:off x="2431158" y="1508150"/>
            <a:ext cx="2082900" cy="3138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76" name="Google Shape;76;p8"/>
          <p:cNvSpPr/>
          <p:nvPr>
            <p:ph idx="5" type="pic"/>
          </p:nvPr>
        </p:nvSpPr>
        <p:spPr>
          <a:xfrm>
            <a:off x="4633942" y="1508150"/>
            <a:ext cx="2082900" cy="3138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77" name="Google Shape;77;p8"/>
          <p:cNvSpPr/>
          <p:nvPr>
            <p:ph idx="6" type="pic"/>
          </p:nvPr>
        </p:nvSpPr>
        <p:spPr>
          <a:xfrm>
            <a:off x="6836725" y="1508150"/>
            <a:ext cx="2082900" cy="3138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78" name="Google Shape;78;p8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duct Info">
  <p:cSld name="CUSTOM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"/>
          <p:cNvSpPr/>
          <p:nvPr/>
        </p:nvSpPr>
        <p:spPr>
          <a:xfrm>
            <a:off x="228600" y="223675"/>
            <a:ext cx="2862900" cy="3144600"/>
          </a:xfrm>
          <a:prstGeom prst="roundRect">
            <a:avLst>
              <a:gd fmla="val 728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1" name="Google Shape;81;p9"/>
          <p:cNvSpPr/>
          <p:nvPr/>
        </p:nvSpPr>
        <p:spPr>
          <a:xfrm>
            <a:off x="228625" y="3466850"/>
            <a:ext cx="8686800" cy="1180200"/>
          </a:xfrm>
          <a:prstGeom prst="roundRect">
            <a:avLst>
              <a:gd fmla="val 11763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9"/>
          <p:cNvSpPr txBox="1"/>
          <p:nvPr>
            <p:ph type="title"/>
          </p:nvPr>
        </p:nvSpPr>
        <p:spPr>
          <a:xfrm>
            <a:off x="342900" y="3512250"/>
            <a:ext cx="3457200" cy="85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9"/>
          <p:cNvSpPr txBox="1"/>
          <p:nvPr>
            <p:ph idx="1" type="body"/>
          </p:nvPr>
        </p:nvSpPr>
        <p:spPr>
          <a:xfrm>
            <a:off x="3920125" y="3512250"/>
            <a:ext cx="4167300" cy="7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4" name="Google Shape;84;p9"/>
          <p:cNvSpPr/>
          <p:nvPr/>
        </p:nvSpPr>
        <p:spPr>
          <a:xfrm>
            <a:off x="3203200" y="223675"/>
            <a:ext cx="2740500" cy="3144600"/>
          </a:xfrm>
          <a:prstGeom prst="roundRect">
            <a:avLst>
              <a:gd fmla="val 728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5" name="Google Shape;85;p9"/>
          <p:cNvSpPr/>
          <p:nvPr/>
        </p:nvSpPr>
        <p:spPr>
          <a:xfrm>
            <a:off x="6057900" y="223675"/>
            <a:ext cx="2866200" cy="3144600"/>
          </a:xfrm>
          <a:prstGeom prst="roundRect">
            <a:avLst>
              <a:gd fmla="val 728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6" name="Google Shape;86;p9"/>
          <p:cNvSpPr txBox="1"/>
          <p:nvPr>
            <p:ph idx="2" type="body"/>
          </p:nvPr>
        </p:nvSpPr>
        <p:spPr>
          <a:xfrm>
            <a:off x="228550" y="1647025"/>
            <a:ext cx="2862900" cy="162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9"/>
          <p:cNvSpPr txBox="1"/>
          <p:nvPr>
            <p:ph idx="3" type="body"/>
          </p:nvPr>
        </p:nvSpPr>
        <p:spPr>
          <a:xfrm>
            <a:off x="3205675" y="1647025"/>
            <a:ext cx="2740500" cy="162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9"/>
          <p:cNvSpPr txBox="1"/>
          <p:nvPr>
            <p:ph idx="4" type="body"/>
          </p:nvPr>
        </p:nvSpPr>
        <p:spPr>
          <a:xfrm>
            <a:off x="6052500" y="1647025"/>
            <a:ext cx="2862900" cy="162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9"/>
          <p:cNvSpPr txBox="1"/>
          <p:nvPr>
            <p:ph idx="5" type="subTitle"/>
          </p:nvPr>
        </p:nvSpPr>
        <p:spPr>
          <a:xfrm>
            <a:off x="291900" y="267300"/>
            <a:ext cx="24198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9"/>
          <p:cNvSpPr txBox="1"/>
          <p:nvPr>
            <p:ph idx="6" type="subTitle"/>
          </p:nvPr>
        </p:nvSpPr>
        <p:spPr>
          <a:xfrm>
            <a:off x="3266546" y="267300"/>
            <a:ext cx="23184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9"/>
          <p:cNvSpPr txBox="1"/>
          <p:nvPr>
            <p:ph idx="7" type="subTitle"/>
          </p:nvPr>
        </p:nvSpPr>
        <p:spPr>
          <a:xfrm>
            <a:off x="6127250" y="267300"/>
            <a:ext cx="24198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9"/>
          <p:cNvSpPr/>
          <p:nvPr/>
        </p:nvSpPr>
        <p:spPr>
          <a:xfrm>
            <a:off x="228600" y="4820575"/>
            <a:ext cx="8686800" cy="188700"/>
          </a:xfrm>
          <a:prstGeom prst="roundRect">
            <a:avLst>
              <a:gd fmla="val 3112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9"/>
          <p:cNvSpPr txBox="1"/>
          <p:nvPr>
            <p:ph idx="8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chivo"/>
              <a:buNone/>
              <a:defRPr b="0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9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portunities">
  <p:cSld name="CUSTOM_1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0"/>
          <p:cNvSpPr/>
          <p:nvPr/>
        </p:nvSpPr>
        <p:spPr>
          <a:xfrm>
            <a:off x="219700" y="1502438"/>
            <a:ext cx="2862900" cy="3144600"/>
          </a:xfrm>
          <a:prstGeom prst="roundRect">
            <a:avLst>
              <a:gd fmla="val 728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7" name="Google Shape;97;p10"/>
          <p:cNvSpPr/>
          <p:nvPr/>
        </p:nvSpPr>
        <p:spPr>
          <a:xfrm>
            <a:off x="228625" y="223625"/>
            <a:ext cx="8686800" cy="1180200"/>
          </a:xfrm>
          <a:prstGeom prst="roundRect">
            <a:avLst>
              <a:gd fmla="val 11763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0"/>
          <p:cNvSpPr txBox="1"/>
          <p:nvPr>
            <p:ph type="title"/>
          </p:nvPr>
        </p:nvSpPr>
        <p:spPr>
          <a:xfrm>
            <a:off x="342900" y="269025"/>
            <a:ext cx="4291800" cy="85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0"/>
          <p:cNvSpPr txBox="1"/>
          <p:nvPr>
            <p:ph idx="1" type="body"/>
          </p:nvPr>
        </p:nvSpPr>
        <p:spPr>
          <a:xfrm>
            <a:off x="5349150" y="269025"/>
            <a:ext cx="3457500" cy="7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0" name="Google Shape;100;p10"/>
          <p:cNvSpPr/>
          <p:nvPr/>
        </p:nvSpPr>
        <p:spPr>
          <a:xfrm>
            <a:off x="3194300" y="1502438"/>
            <a:ext cx="2740500" cy="3144600"/>
          </a:xfrm>
          <a:prstGeom prst="roundRect">
            <a:avLst>
              <a:gd fmla="val 728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1" name="Google Shape;101;p10"/>
          <p:cNvSpPr/>
          <p:nvPr/>
        </p:nvSpPr>
        <p:spPr>
          <a:xfrm>
            <a:off x="6049000" y="1502438"/>
            <a:ext cx="2866200" cy="3144600"/>
          </a:xfrm>
          <a:prstGeom prst="roundRect">
            <a:avLst>
              <a:gd fmla="val 728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2" name="Google Shape;102;p10"/>
          <p:cNvSpPr txBox="1"/>
          <p:nvPr>
            <p:ph idx="2" type="body"/>
          </p:nvPr>
        </p:nvSpPr>
        <p:spPr>
          <a:xfrm>
            <a:off x="219650" y="2925788"/>
            <a:ext cx="2862900" cy="162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10"/>
          <p:cNvSpPr txBox="1"/>
          <p:nvPr>
            <p:ph idx="3" type="body"/>
          </p:nvPr>
        </p:nvSpPr>
        <p:spPr>
          <a:xfrm>
            <a:off x="3196775" y="2925788"/>
            <a:ext cx="2740500" cy="162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4" name="Google Shape;104;p10"/>
          <p:cNvSpPr txBox="1"/>
          <p:nvPr>
            <p:ph idx="4" type="body"/>
          </p:nvPr>
        </p:nvSpPr>
        <p:spPr>
          <a:xfrm>
            <a:off x="6043600" y="2925788"/>
            <a:ext cx="2862900" cy="162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" name="Google Shape;105;p10"/>
          <p:cNvSpPr txBox="1"/>
          <p:nvPr>
            <p:ph idx="5" type="subTitle"/>
          </p:nvPr>
        </p:nvSpPr>
        <p:spPr>
          <a:xfrm>
            <a:off x="283000" y="1546063"/>
            <a:ext cx="24198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6" name="Google Shape;106;p10"/>
          <p:cNvSpPr txBox="1"/>
          <p:nvPr>
            <p:ph idx="6" type="subTitle"/>
          </p:nvPr>
        </p:nvSpPr>
        <p:spPr>
          <a:xfrm>
            <a:off x="3257646" y="1546063"/>
            <a:ext cx="23184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7" name="Google Shape;107;p10"/>
          <p:cNvSpPr txBox="1"/>
          <p:nvPr>
            <p:ph idx="7" type="subTitle"/>
          </p:nvPr>
        </p:nvSpPr>
        <p:spPr>
          <a:xfrm>
            <a:off x="6118350" y="1546063"/>
            <a:ext cx="24198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8" name="Google Shape;108;p10"/>
          <p:cNvSpPr/>
          <p:nvPr/>
        </p:nvSpPr>
        <p:spPr>
          <a:xfrm>
            <a:off x="228600" y="4820575"/>
            <a:ext cx="8686800" cy="188700"/>
          </a:xfrm>
          <a:prstGeom prst="roundRect">
            <a:avLst>
              <a:gd fmla="val 3112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0"/>
          <p:cNvSpPr txBox="1"/>
          <p:nvPr>
            <p:ph idx="8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chivo"/>
              <a:buNone/>
              <a:defRPr b="0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10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ive Analysis">
  <p:cSld name="CUSTOM_13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1"/>
          <p:cNvSpPr/>
          <p:nvPr/>
        </p:nvSpPr>
        <p:spPr>
          <a:xfrm>
            <a:off x="228625" y="223625"/>
            <a:ext cx="8686800" cy="1180200"/>
          </a:xfrm>
          <a:prstGeom prst="roundRect">
            <a:avLst>
              <a:gd fmla="val 11763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1"/>
          <p:cNvSpPr txBox="1"/>
          <p:nvPr>
            <p:ph type="title"/>
          </p:nvPr>
        </p:nvSpPr>
        <p:spPr>
          <a:xfrm>
            <a:off x="342900" y="269025"/>
            <a:ext cx="4291800" cy="85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1"/>
          <p:cNvSpPr txBox="1"/>
          <p:nvPr>
            <p:ph idx="1" type="body"/>
          </p:nvPr>
        </p:nvSpPr>
        <p:spPr>
          <a:xfrm>
            <a:off x="5349150" y="269025"/>
            <a:ext cx="3457500" cy="7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5" name="Google Shape;115;p11"/>
          <p:cNvSpPr/>
          <p:nvPr/>
        </p:nvSpPr>
        <p:spPr>
          <a:xfrm>
            <a:off x="228600" y="4820575"/>
            <a:ext cx="8686800" cy="188700"/>
          </a:xfrm>
          <a:prstGeom prst="roundRect">
            <a:avLst>
              <a:gd fmla="val 3112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 txBox="1"/>
          <p:nvPr>
            <p:ph idx="2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chivo"/>
              <a:buNone/>
              <a:defRPr b="0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11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dgeting plan">
  <p:cSld name="CUSTOM_14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2"/>
          <p:cNvSpPr/>
          <p:nvPr/>
        </p:nvSpPr>
        <p:spPr>
          <a:xfrm>
            <a:off x="228600" y="4820575"/>
            <a:ext cx="8686800" cy="188700"/>
          </a:xfrm>
          <a:prstGeom prst="roundRect">
            <a:avLst>
              <a:gd fmla="val 3112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2"/>
          <p:cNvSpPr txBox="1"/>
          <p:nvPr>
            <p:ph idx="1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chivo"/>
              <a:buNone/>
              <a:defRPr b="0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1" name="Google Shape;121;p12"/>
          <p:cNvSpPr txBox="1"/>
          <p:nvPr>
            <p:ph type="title"/>
          </p:nvPr>
        </p:nvSpPr>
        <p:spPr>
          <a:xfrm>
            <a:off x="228600" y="223625"/>
            <a:ext cx="7978500" cy="3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2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CUSTOM_1">
    <p:bg>
      <p:bgPr>
        <a:solidFill>
          <a:schemeClr val="accent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"/>
          <p:cNvSpPr/>
          <p:nvPr/>
        </p:nvSpPr>
        <p:spPr>
          <a:xfrm>
            <a:off x="228600" y="223625"/>
            <a:ext cx="8686800" cy="1180200"/>
          </a:xfrm>
          <a:prstGeom prst="roundRect">
            <a:avLst>
              <a:gd fmla="val 11763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3"/>
          <p:cNvSpPr txBox="1"/>
          <p:nvPr>
            <p:ph type="title"/>
          </p:nvPr>
        </p:nvSpPr>
        <p:spPr>
          <a:xfrm>
            <a:off x="342900" y="269025"/>
            <a:ext cx="4141200" cy="10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13"/>
          <p:cNvSpPr/>
          <p:nvPr>
            <p:ph idx="2" type="pic"/>
          </p:nvPr>
        </p:nvSpPr>
        <p:spPr>
          <a:xfrm>
            <a:off x="228375" y="1508150"/>
            <a:ext cx="2082900" cy="3138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27" name="Google Shape;127;p13"/>
          <p:cNvSpPr/>
          <p:nvPr/>
        </p:nvSpPr>
        <p:spPr>
          <a:xfrm>
            <a:off x="228600" y="4820575"/>
            <a:ext cx="8686800" cy="188700"/>
          </a:xfrm>
          <a:prstGeom prst="roundRect">
            <a:avLst>
              <a:gd fmla="val 3112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3"/>
          <p:cNvSpPr txBox="1"/>
          <p:nvPr>
            <p:ph idx="1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chivo"/>
              <a:buNone/>
              <a:defRPr b="0" sz="800"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3"/>
          <p:cNvSpPr/>
          <p:nvPr>
            <p:ph idx="3" type="pic"/>
          </p:nvPr>
        </p:nvSpPr>
        <p:spPr>
          <a:xfrm>
            <a:off x="2431158" y="1508150"/>
            <a:ext cx="2082900" cy="3138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30" name="Google Shape;130;p13"/>
          <p:cNvSpPr/>
          <p:nvPr>
            <p:ph idx="4" type="pic"/>
          </p:nvPr>
        </p:nvSpPr>
        <p:spPr>
          <a:xfrm>
            <a:off x="4633942" y="1508150"/>
            <a:ext cx="2082900" cy="3138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31" name="Google Shape;131;p13"/>
          <p:cNvSpPr/>
          <p:nvPr>
            <p:ph idx="5" type="pic"/>
          </p:nvPr>
        </p:nvSpPr>
        <p:spPr>
          <a:xfrm>
            <a:off x="6836725" y="1508150"/>
            <a:ext cx="2082900" cy="3138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32" name="Google Shape;132;p13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get Market">
  <p:cSld name="CUSTOM_2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/>
          <p:nvPr/>
        </p:nvSpPr>
        <p:spPr>
          <a:xfrm>
            <a:off x="228600" y="3378300"/>
            <a:ext cx="5000700" cy="1268700"/>
          </a:xfrm>
          <a:prstGeom prst="roundRect">
            <a:avLst>
              <a:gd fmla="val 14288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4"/>
          <p:cNvSpPr/>
          <p:nvPr/>
        </p:nvSpPr>
        <p:spPr>
          <a:xfrm>
            <a:off x="228600" y="223625"/>
            <a:ext cx="5000700" cy="924600"/>
          </a:xfrm>
          <a:prstGeom prst="roundRect">
            <a:avLst>
              <a:gd fmla="val 1975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4"/>
          <p:cNvSpPr/>
          <p:nvPr>
            <p:ph idx="2" type="pic"/>
          </p:nvPr>
        </p:nvSpPr>
        <p:spPr>
          <a:xfrm>
            <a:off x="5349150" y="223625"/>
            <a:ext cx="3566400" cy="4423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37" name="Google Shape;137;p14"/>
          <p:cNvSpPr/>
          <p:nvPr/>
        </p:nvSpPr>
        <p:spPr>
          <a:xfrm>
            <a:off x="228600" y="4820575"/>
            <a:ext cx="8686800" cy="188700"/>
          </a:xfrm>
          <a:prstGeom prst="roundRect">
            <a:avLst>
              <a:gd fmla="val 3112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4"/>
          <p:cNvSpPr txBox="1"/>
          <p:nvPr>
            <p:ph idx="1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chivo"/>
              <a:buNone/>
              <a:defRPr b="0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" name="Google Shape;139;p14"/>
          <p:cNvSpPr/>
          <p:nvPr/>
        </p:nvSpPr>
        <p:spPr>
          <a:xfrm>
            <a:off x="228600" y="1275183"/>
            <a:ext cx="5000700" cy="924600"/>
          </a:xfrm>
          <a:prstGeom prst="roundRect">
            <a:avLst>
              <a:gd fmla="val 197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4"/>
          <p:cNvSpPr/>
          <p:nvPr/>
        </p:nvSpPr>
        <p:spPr>
          <a:xfrm>
            <a:off x="228600" y="2326742"/>
            <a:ext cx="5000700" cy="924600"/>
          </a:xfrm>
          <a:prstGeom prst="roundRect">
            <a:avLst>
              <a:gd fmla="val 197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4"/>
          <p:cNvSpPr txBox="1"/>
          <p:nvPr>
            <p:ph idx="3" type="subTitle"/>
          </p:nvPr>
        </p:nvSpPr>
        <p:spPr>
          <a:xfrm>
            <a:off x="342900" y="223625"/>
            <a:ext cx="20283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2" name="Google Shape;142;p14"/>
          <p:cNvSpPr txBox="1"/>
          <p:nvPr>
            <p:ph idx="4" type="body"/>
          </p:nvPr>
        </p:nvSpPr>
        <p:spPr>
          <a:xfrm>
            <a:off x="2491100" y="223625"/>
            <a:ext cx="27381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" name="Google Shape;143;p14"/>
          <p:cNvSpPr txBox="1"/>
          <p:nvPr>
            <p:ph idx="5" type="subTitle"/>
          </p:nvPr>
        </p:nvSpPr>
        <p:spPr>
          <a:xfrm>
            <a:off x="342947" y="1275188"/>
            <a:ext cx="20283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" name="Google Shape;144;p14"/>
          <p:cNvSpPr txBox="1"/>
          <p:nvPr>
            <p:ph idx="6" type="body"/>
          </p:nvPr>
        </p:nvSpPr>
        <p:spPr>
          <a:xfrm>
            <a:off x="2491150" y="1275188"/>
            <a:ext cx="27381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" name="Google Shape;145;p14"/>
          <p:cNvSpPr txBox="1"/>
          <p:nvPr>
            <p:ph idx="7" type="subTitle"/>
          </p:nvPr>
        </p:nvSpPr>
        <p:spPr>
          <a:xfrm>
            <a:off x="342947" y="2326750"/>
            <a:ext cx="20283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6" name="Google Shape;146;p14"/>
          <p:cNvSpPr txBox="1"/>
          <p:nvPr>
            <p:ph idx="8" type="body"/>
          </p:nvPr>
        </p:nvSpPr>
        <p:spPr>
          <a:xfrm>
            <a:off x="2491150" y="2326750"/>
            <a:ext cx="27381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7" name="Google Shape;147;p14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48" name="Google Shape;148;p14"/>
          <p:cNvSpPr txBox="1"/>
          <p:nvPr>
            <p:ph type="title"/>
          </p:nvPr>
        </p:nvSpPr>
        <p:spPr>
          <a:xfrm>
            <a:off x="342900" y="3423725"/>
            <a:ext cx="3457200" cy="97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peration slide">
  <p:cSld name="CUSTOM_12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"/>
          <p:cNvSpPr/>
          <p:nvPr/>
        </p:nvSpPr>
        <p:spPr>
          <a:xfrm>
            <a:off x="228600" y="3378300"/>
            <a:ext cx="8686800" cy="1245300"/>
          </a:xfrm>
          <a:prstGeom prst="roundRect">
            <a:avLst>
              <a:gd fmla="val 14288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5"/>
          <p:cNvSpPr/>
          <p:nvPr/>
        </p:nvSpPr>
        <p:spPr>
          <a:xfrm>
            <a:off x="228600" y="223625"/>
            <a:ext cx="4286100" cy="924600"/>
          </a:xfrm>
          <a:prstGeom prst="roundRect">
            <a:avLst>
              <a:gd fmla="val 1975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5"/>
          <p:cNvSpPr/>
          <p:nvPr/>
        </p:nvSpPr>
        <p:spPr>
          <a:xfrm>
            <a:off x="228600" y="1275183"/>
            <a:ext cx="4286100" cy="924600"/>
          </a:xfrm>
          <a:prstGeom prst="roundRect">
            <a:avLst>
              <a:gd fmla="val 197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5"/>
          <p:cNvSpPr/>
          <p:nvPr/>
        </p:nvSpPr>
        <p:spPr>
          <a:xfrm>
            <a:off x="228600" y="2326742"/>
            <a:ext cx="4286100" cy="924600"/>
          </a:xfrm>
          <a:prstGeom prst="roundRect">
            <a:avLst>
              <a:gd fmla="val 197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5"/>
          <p:cNvSpPr txBox="1"/>
          <p:nvPr>
            <p:ph type="title"/>
          </p:nvPr>
        </p:nvSpPr>
        <p:spPr>
          <a:xfrm>
            <a:off x="345750" y="3423713"/>
            <a:ext cx="4168800" cy="97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5" name="Google Shape;155;p15"/>
          <p:cNvSpPr txBox="1"/>
          <p:nvPr>
            <p:ph idx="1" type="subTitle"/>
          </p:nvPr>
        </p:nvSpPr>
        <p:spPr>
          <a:xfrm>
            <a:off x="342900" y="223625"/>
            <a:ext cx="20283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15"/>
          <p:cNvSpPr txBox="1"/>
          <p:nvPr>
            <p:ph idx="2" type="body"/>
          </p:nvPr>
        </p:nvSpPr>
        <p:spPr>
          <a:xfrm>
            <a:off x="2167777" y="223625"/>
            <a:ext cx="23469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7" name="Google Shape;157;p15"/>
          <p:cNvSpPr txBox="1"/>
          <p:nvPr>
            <p:ph idx="3" type="subTitle"/>
          </p:nvPr>
        </p:nvSpPr>
        <p:spPr>
          <a:xfrm>
            <a:off x="342947" y="1275188"/>
            <a:ext cx="20283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8" name="Google Shape;158;p15"/>
          <p:cNvSpPr txBox="1"/>
          <p:nvPr>
            <p:ph idx="4" type="body"/>
          </p:nvPr>
        </p:nvSpPr>
        <p:spPr>
          <a:xfrm>
            <a:off x="2167820" y="1275188"/>
            <a:ext cx="23469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9" name="Google Shape;159;p15"/>
          <p:cNvSpPr txBox="1"/>
          <p:nvPr>
            <p:ph idx="5" type="subTitle"/>
          </p:nvPr>
        </p:nvSpPr>
        <p:spPr>
          <a:xfrm>
            <a:off x="342947" y="2326750"/>
            <a:ext cx="20283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0" name="Google Shape;160;p15"/>
          <p:cNvSpPr txBox="1"/>
          <p:nvPr>
            <p:ph idx="6" type="body"/>
          </p:nvPr>
        </p:nvSpPr>
        <p:spPr>
          <a:xfrm>
            <a:off x="2167820" y="2326750"/>
            <a:ext cx="23469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1" name="Google Shape;161;p15"/>
          <p:cNvSpPr/>
          <p:nvPr/>
        </p:nvSpPr>
        <p:spPr>
          <a:xfrm>
            <a:off x="228600" y="4820575"/>
            <a:ext cx="8686800" cy="188700"/>
          </a:xfrm>
          <a:prstGeom prst="roundRect">
            <a:avLst>
              <a:gd fmla="val 3112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5"/>
          <p:cNvSpPr txBox="1"/>
          <p:nvPr>
            <p:ph idx="7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chivo"/>
              <a:buNone/>
              <a:defRPr b="0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3" name="Google Shape;163;p15"/>
          <p:cNvSpPr/>
          <p:nvPr/>
        </p:nvSpPr>
        <p:spPr>
          <a:xfrm>
            <a:off x="4635138" y="223638"/>
            <a:ext cx="4286100" cy="924600"/>
          </a:xfrm>
          <a:prstGeom prst="roundRect">
            <a:avLst>
              <a:gd fmla="val 1975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5"/>
          <p:cNvSpPr/>
          <p:nvPr/>
        </p:nvSpPr>
        <p:spPr>
          <a:xfrm>
            <a:off x="4635138" y="1275196"/>
            <a:ext cx="4286100" cy="924600"/>
          </a:xfrm>
          <a:prstGeom prst="roundRect">
            <a:avLst>
              <a:gd fmla="val 197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5"/>
          <p:cNvSpPr/>
          <p:nvPr/>
        </p:nvSpPr>
        <p:spPr>
          <a:xfrm>
            <a:off x="4635138" y="2326754"/>
            <a:ext cx="4286100" cy="924600"/>
          </a:xfrm>
          <a:prstGeom prst="roundRect">
            <a:avLst>
              <a:gd fmla="val 197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5"/>
          <p:cNvSpPr txBox="1"/>
          <p:nvPr>
            <p:ph idx="8" type="subTitle"/>
          </p:nvPr>
        </p:nvSpPr>
        <p:spPr>
          <a:xfrm>
            <a:off x="4749850" y="223650"/>
            <a:ext cx="19083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7" name="Google Shape;167;p15"/>
          <p:cNvSpPr txBox="1"/>
          <p:nvPr>
            <p:ph idx="9" type="body"/>
          </p:nvPr>
        </p:nvSpPr>
        <p:spPr>
          <a:xfrm>
            <a:off x="6574314" y="223638"/>
            <a:ext cx="23469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8" name="Google Shape;168;p15"/>
          <p:cNvSpPr txBox="1"/>
          <p:nvPr>
            <p:ph idx="13" type="subTitle"/>
          </p:nvPr>
        </p:nvSpPr>
        <p:spPr>
          <a:xfrm>
            <a:off x="4749894" y="1275213"/>
            <a:ext cx="19083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9" name="Google Shape;169;p15"/>
          <p:cNvSpPr txBox="1"/>
          <p:nvPr>
            <p:ph idx="14" type="body"/>
          </p:nvPr>
        </p:nvSpPr>
        <p:spPr>
          <a:xfrm>
            <a:off x="6574357" y="1275200"/>
            <a:ext cx="23469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0" name="Google Shape;170;p15"/>
          <p:cNvSpPr txBox="1"/>
          <p:nvPr>
            <p:ph idx="15" type="subTitle"/>
          </p:nvPr>
        </p:nvSpPr>
        <p:spPr>
          <a:xfrm>
            <a:off x="4749894" y="2326775"/>
            <a:ext cx="19083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1" name="Google Shape;171;p15"/>
          <p:cNvSpPr txBox="1"/>
          <p:nvPr>
            <p:ph idx="16" type="body"/>
          </p:nvPr>
        </p:nvSpPr>
        <p:spPr>
          <a:xfrm>
            <a:off x="6574357" y="2326763"/>
            <a:ext cx="2346900" cy="9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2" name="Google Shape;172;p15"/>
          <p:cNvSpPr txBox="1"/>
          <p:nvPr>
            <p:ph idx="17" type="body"/>
          </p:nvPr>
        </p:nvSpPr>
        <p:spPr>
          <a:xfrm>
            <a:off x="4634650" y="3423725"/>
            <a:ext cx="3452100" cy="7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73" name="Google Shape;173;p15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cess">
  <p:cSld name="CUSTOM_4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"/>
          <p:cNvSpPr txBox="1"/>
          <p:nvPr>
            <p:ph type="title"/>
          </p:nvPr>
        </p:nvSpPr>
        <p:spPr>
          <a:xfrm>
            <a:off x="228600" y="223625"/>
            <a:ext cx="3571500" cy="8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16"/>
          <p:cNvSpPr/>
          <p:nvPr/>
        </p:nvSpPr>
        <p:spPr>
          <a:xfrm>
            <a:off x="228600" y="4820575"/>
            <a:ext cx="8686800" cy="188700"/>
          </a:xfrm>
          <a:prstGeom prst="roundRect">
            <a:avLst>
              <a:gd fmla="val 3112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6"/>
          <p:cNvSpPr txBox="1"/>
          <p:nvPr>
            <p:ph idx="1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chivo"/>
              <a:buNone/>
              <a:defRPr b="0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8" name="Google Shape;178;p16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e Chart">
  <p:cSld name="CUSTOM_3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"/>
          <p:cNvSpPr/>
          <p:nvPr/>
        </p:nvSpPr>
        <p:spPr>
          <a:xfrm>
            <a:off x="228600" y="223625"/>
            <a:ext cx="4286100" cy="1617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7"/>
          <p:cNvSpPr/>
          <p:nvPr/>
        </p:nvSpPr>
        <p:spPr>
          <a:xfrm>
            <a:off x="228600" y="2007883"/>
            <a:ext cx="4286100" cy="2639100"/>
          </a:xfrm>
          <a:prstGeom prst="roundRect">
            <a:avLst>
              <a:gd fmla="val 945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7"/>
          <p:cNvSpPr/>
          <p:nvPr/>
        </p:nvSpPr>
        <p:spPr>
          <a:xfrm>
            <a:off x="4635150" y="223620"/>
            <a:ext cx="4286100" cy="4423500"/>
          </a:xfrm>
          <a:prstGeom prst="roundRect">
            <a:avLst>
              <a:gd fmla="val 9454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7"/>
          <p:cNvSpPr txBox="1"/>
          <p:nvPr>
            <p:ph type="title"/>
          </p:nvPr>
        </p:nvSpPr>
        <p:spPr>
          <a:xfrm>
            <a:off x="486900" y="313025"/>
            <a:ext cx="3768600" cy="14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17"/>
          <p:cNvSpPr txBox="1"/>
          <p:nvPr>
            <p:ph idx="1" type="subTitle"/>
          </p:nvPr>
        </p:nvSpPr>
        <p:spPr>
          <a:xfrm>
            <a:off x="300250" y="2184550"/>
            <a:ext cx="36099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5" name="Google Shape;185;p17"/>
          <p:cNvSpPr txBox="1"/>
          <p:nvPr>
            <p:ph idx="2" type="body"/>
          </p:nvPr>
        </p:nvSpPr>
        <p:spPr>
          <a:xfrm>
            <a:off x="342625" y="2878200"/>
            <a:ext cx="4005600" cy="16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6" name="Google Shape;186;p17"/>
          <p:cNvSpPr/>
          <p:nvPr/>
        </p:nvSpPr>
        <p:spPr>
          <a:xfrm>
            <a:off x="228600" y="4820575"/>
            <a:ext cx="8686800" cy="188700"/>
          </a:xfrm>
          <a:prstGeom prst="roundRect">
            <a:avLst>
              <a:gd fmla="val 3112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7"/>
          <p:cNvSpPr txBox="1"/>
          <p:nvPr>
            <p:ph idx="3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chivo"/>
              <a:buNone/>
              <a:defRPr b="0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8" name="Google Shape;188;p17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ncial breakdown">
  <p:cSld name="CUSTOM_5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/>
          <p:nvPr/>
        </p:nvSpPr>
        <p:spPr>
          <a:xfrm>
            <a:off x="228600" y="223625"/>
            <a:ext cx="2817000" cy="3238500"/>
          </a:xfrm>
          <a:prstGeom prst="roundRect">
            <a:avLst>
              <a:gd fmla="val 673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8"/>
          <p:cNvSpPr txBox="1"/>
          <p:nvPr>
            <p:ph type="title"/>
          </p:nvPr>
        </p:nvSpPr>
        <p:spPr>
          <a:xfrm>
            <a:off x="297725" y="339825"/>
            <a:ext cx="2175600" cy="6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92" name="Google Shape;192;p18"/>
          <p:cNvSpPr txBox="1"/>
          <p:nvPr>
            <p:ph idx="1" type="subTitle"/>
          </p:nvPr>
        </p:nvSpPr>
        <p:spPr>
          <a:xfrm>
            <a:off x="286975" y="1833350"/>
            <a:ext cx="2658000" cy="3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3" name="Google Shape;193;p18"/>
          <p:cNvSpPr txBox="1"/>
          <p:nvPr>
            <p:ph idx="2" type="body"/>
          </p:nvPr>
        </p:nvSpPr>
        <p:spPr>
          <a:xfrm>
            <a:off x="297713" y="2174175"/>
            <a:ext cx="2647200" cy="10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4" name="Google Shape;194;p18"/>
          <p:cNvSpPr/>
          <p:nvPr/>
        </p:nvSpPr>
        <p:spPr>
          <a:xfrm>
            <a:off x="3163566" y="1408550"/>
            <a:ext cx="2817000" cy="3238500"/>
          </a:xfrm>
          <a:prstGeom prst="roundRect">
            <a:avLst>
              <a:gd fmla="val 68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8"/>
          <p:cNvSpPr txBox="1"/>
          <p:nvPr>
            <p:ph idx="3" type="title"/>
          </p:nvPr>
        </p:nvSpPr>
        <p:spPr>
          <a:xfrm>
            <a:off x="3232700" y="1526050"/>
            <a:ext cx="2175600" cy="67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96" name="Google Shape;196;p18"/>
          <p:cNvSpPr txBox="1"/>
          <p:nvPr>
            <p:ph idx="4" type="subTitle"/>
          </p:nvPr>
        </p:nvSpPr>
        <p:spPr>
          <a:xfrm>
            <a:off x="3221925" y="3018275"/>
            <a:ext cx="2658000" cy="3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8"/>
          <p:cNvSpPr txBox="1"/>
          <p:nvPr>
            <p:ph idx="5" type="body"/>
          </p:nvPr>
        </p:nvSpPr>
        <p:spPr>
          <a:xfrm>
            <a:off x="3232678" y="3359100"/>
            <a:ext cx="2647200" cy="10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8" name="Google Shape;198;p18"/>
          <p:cNvSpPr/>
          <p:nvPr/>
        </p:nvSpPr>
        <p:spPr>
          <a:xfrm>
            <a:off x="6098531" y="223625"/>
            <a:ext cx="2817000" cy="3238500"/>
          </a:xfrm>
          <a:prstGeom prst="roundRect">
            <a:avLst>
              <a:gd fmla="val 824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8"/>
          <p:cNvSpPr txBox="1"/>
          <p:nvPr>
            <p:ph idx="6" type="title"/>
          </p:nvPr>
        </p:nvSpPr>
        <p:spPr>
          <a:xfrm>
            <a:off x="6167650" y="339825"/>
            <a:ext cx="2175600" cy="6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0" name="Google Shape;200;p18"/>
          <p:cNvSpPr txBox="1"/>
          <p:nvPr>
            <p:ph idx="7" type="subTitle"/>
          </p:nvPr>
        </p:nvSpPr>
        <p:spPr>
          <a:xfrm>
            <a:off x="6156900" y="1833350"/>
            <a:ext cx="2658000" cy="3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18"/>
          <p:cNvSpPr txBox="1"/>
          <p:nvPr>
            <p:ph idx="8" type="body"/>
          </p:nvPr>
        </p:nvSpPr>
        <p:spPr>
          <a:xfrm>
            <a:off x="6167644" y="2174175"/>
            <a:ext cx="2647200" cy="10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2" name="Google Shape;202;p18"/>
          <p:cNvSpPr/>
          <p:nvPr/>
        </p:nvSpPr>
        <p:spPr>
          <a:xfrm>
            <a:off x="228600" y="4820575"/>
            <a:ext cx="8686800" cy="188700"/>
          </a:xfrm>
          <a:prstGeom prst="roundRect">
            <a:avLst>
              <a:gd fmla="val 3112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8"/>
          <p:cNvSpPr txBox="1"/>
          <p:nvPr>
            <p:ph idx="9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chivo"/>
              <a:buNone/>
              <a:defRPr b="0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4" name="Google Shape;204;p18"/>
          <p:cNvSpPr/>
          <p:nvPr/>
        </p:nvSpPr>
        <p:spPr>
          <a:xfrm>
            <a:off x="176700" y="3614750"/>
            <a:ext cx="2868900" cy="1032300"/>
          </a:xfrm>
          <a:prstGeom prst="roundRect">
            <a:avLst>
              <a:gd fmla="val 1789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8"/>
          <p:cNvSpPr/>
          <p:nvPr/>
        </p:nvSpPr>
        <p:spPr>
          <a:xfrm>
            <a:off x="3163575" y="223625"/>
            <a:ext cx="2817000" cy="1032300"/>
          </a:xfrm>
          <a:prstGeom prst="roundRect">
            <a:avLst>
              <a:gd fmla="val 17895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8"/>
          <p:cNvSpPr/>
          <p:nvPr/>
        </p:nvSpPr>
        <p:spPr>
          <a:xfrm>
            <a:off x="6098550" y="3614750"/>
            <a:ext cx="2817000" cy="1032300"/>
          </a:xfrm>
          <a:prstGeom prst="roundRect">
            <a:avLst>
              <a:gd fmla="val 17895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8"/>
          <p:cNvSpPr txBox="1"/>
          <p:nvPr>
            <p:ph idx="13" type="title"/>
          </p:nvPr>
        </p:nvSpPr>
        <p:spPr>
          <a:xfrm>
            <a:off x="336850" y="3751925"/>
            <a:ext cx="2485800" cy="89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0"/>
              <a:buNone/>
              <a:defRPr sz="1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8" name="Google Shape;208;p18"/>
          <p:cNvSpPr txBox="1"/>
          <p:nvPr>
            <p:ph idx="14" type="title"/>
          </p:nvPr>
        </p:nvSpPr>
        <p:spPr>
          <a:xfrm>
            <a:off x="3363725" y="339825"/>
            <a:ext cx="2485800" cy="89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0"/>
              <a:buNone/>
              <a:defRPr sz="1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9" name="Google Shape;209;p18"/>
          <p:cNvSpPr txBox="1"/>
          <p:nvPr>
            <p:ph idx="15" type="title"/>
          </p:nvPr>
        </p:nvSpPr>
        <p:spPr>
          <a:xfrm>
            <a:off x="6098100" y="3751925"/>
            <a:ext cx="2817000" cy="89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0"/>
              <a:buNone/>
              <a:defRPr sz="9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18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11" name="Google Shape;211;p18"/>
          <p:cNvSpPr txBox="1"/>
          <p:nvPr/>
        </p:nvSpPr>
        <p:spPr>
          <a:xfrm>
            <a:off x="-2481308" y="1833350"/>
            <a:ext cx="26580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100K</a:t>
            </a:r>
            <a:endParaRPr b="1" sz="1800">
              <a:solidFill>
                <a:schemeClr val="lt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duct slide">
  <p:cSld name="CUSTOM_10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"/>
          <p:cNvSpPr/>
          <p:nvPr>
            <p:ph idx="2" type="pic"/>
          </p:nvPr>
        </p:nvSpPr>
        <p:spPr>
          <a:xfrm>
            <a:off x="228600" y="3200450"/>
            <a:ext cx="8686800" cy="1446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14" name="Google Shape;214;p19"/>
          <p:cNvSpPr/>
          <p:nvPr/>
        </p:nvSpPr>
        <p:spPr>
          <a:xfrm>
            <a:off x="228600" y="4820575"/>
            <a:ext cx="8686800" cy="188700"/>
          </a:xfrm>
          <a:prstGeom prst="roundRect">
            <a:avLst>
              <a:gd fmla="val 3112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9"/>
          <p:cNvSpPr txBox="1"/>
          <p:nvPr>
            <p:ph idx="1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chivo"/>
              <a:buNone/>
              <a:defRPr b="0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6" name="Google Shape;216;p19"/>
          <p:cNvSpPr txBox="1"/>
          <p:nvPr>
            <p:ph type="title"/>
          </p:nvPr>
        </p:nvSpPr>
        <p:spPr>
          <a:xfrm>
            <a:off x="228600" y="1917525"/>
            <a:ext cx="8686800" cy="11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217" name="Google Shape;217;p19"/>
          <p:cNvSpPr txBox="1"/>
          <p:nvPr>
            <p:ph idx="3" type="body"/>
          </p:nvPr>
        </p:nvSpPr>
        <p:spPr>
          <a:xfrm>
            <a:off x="5349150" y="248725"/>
            <a:ext cx="3452700" cy="14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18" name="Google Shape;218;p19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MAIN_POINT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0"/>
          <p:cNvSpPr/>
          <p:nvPr>
            <p:ph idx="2" type="pic"/>
          </p:nvPr>
        </p:nvSpPr>
        <p:spPr>
          <a:xfrm>
            <a:off x="228600" y="223625"/>
            <a:ext cx="8686800" cy="1446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21" name="Google Shape;221;p20"/>
          <p:cNvSpPr txBox="1"/>
          <p:nvPr>
            <p:ph type="title"/>
          </p:nvPr>
        </p:nvSpPr>
        <p:spPr>
          <a:xfrm>
            <a:off x="2491100" y="1960225"/>
            <a:ext cx="6538500" cy="29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1pPr>
            <a:lvl2pPr lvl="1" algn="r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2pPr>
            <a:lvl3pPr lvl="2" algn="r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3pPr>
            <a:lvl4pPr lvl="3" algn="r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4pPr>
            <a:lvl5pPr lvl="4" algn="r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5pPr>
            <a:lvl6pPr lvl="5" algn="r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6pPr>
            <a:lvl7pPr lvl="6" algn="r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7pPr>
            <a:lvl8pPr lvl="7" algn="r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8pPr>
            <a:lvl9pPr lvl="8" algn="r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9pPr>
          </a:lstStyle>
          <a:p/>
        </p:txBody>
      </p:sp>
      <p:sp>
        <p:nvSpPr>
          <p:cNvPr id="222" name="Google Shape;222;p20"/>
          <p:cNvSpPr txBox="1"/>
          <p:nvPr>
            <p:ph idx="1" type="body"/>
          </p:nvPr>
        </p:nvSpPr>
        <p:spPr>
          <a:xfrm>
            <a:off x="228600" y="1705850"/>
            <a:ext cx="2262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ppendix">
  <p:cSld name="CUSTOM_6">
    <p:bg>
      <p:bgPr>
        <a:solidFill>
          <a:schemeClr val="accent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"/>
          <p:cNvSpPr txBox="1"/>
          <p:nvPr>
            <p:ph type="title"/>
          </p:nvPr>
        </p:nvSpPr>
        <p:spPr>
          <a:xfrm>
            <a:off x="342900" y="223625"/>
            <a:ext cx="8525100" cy="18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None/>
              <a:defRPr sz="15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None/>
              <a:defRPr sz="15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None/>
              <a:defRPr sz="15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None/>
              <a:defRPr sz="15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None/>
              <a:defRPr sz="15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None/>
              <a:defRPr sz="15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None/>
              <a:defRPr sz="15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None/>
              <a:defRPr sz="15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None/>
              <a:defRPr sz="15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5" name="Google Shape;225;p21"/>
          <p:cNvSpPr txBox="1"/>
          <p:nvPr/>
        </p:nvSpPr>
        <p:spPr>
          <a:xfrm>
            <a:off x="8087300" y="4820575"/>
            <a:ext cx="828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vice Mocks 1">
  <p:cSld name="CUSTOM_7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sign mock of a smartphone." id="227" name="Google Shape;227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6119" y="760213"/>
            <a:ext cx="2045398" cy="36182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sign mock of a tablet computer." id="228" name="Google Shape;228;p22"/>
          <p:cNvPicPr preferRelativeResize="0"/>
          <p:nvPr/>
        </p:nvPicPr>
        <p:blipFill rotWithShape="1">
          <a:blip r:embed="rId3">
            <a:alphaModFix/>
          </a:blip>
          <a:srcRect b="0" l="4471" r="4462" t="0"/>
          <a:stretch/>
        </p:blipFill>
        <p:spPr>
          <a:xfrm>
            <a:off x="3469416" y="760225"/>
            <a:ext cx="5023764" cy="3623074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2"/>
          <p:cNvSpPr/>
          <p:nvPr>
            <p:ph idx="2" type="pic"/>
          </p:nvPr>
        </p:nvSpPr>
        <p:spPr>
          <a:xfrm>
            <a:off x="993900" y="844150"/>
            <a:ext cx="1614300" cy="3417000"/>
          </a:xfrm>
          <a:prstGeom prst="roundRect">
            <a:avLst>
              <a:gd fmla="val 12259" name="adj"/>
            </a:avLst>
          </a:prstGeom>
          <a:noFill/>
          <a:ln>
            <a:noFill/>
          </a:ln>
        </p:spPr>
      </p:sp>
      <p:sp>
        <p:nvSpPr>
          <p:cNvPr id="230" name="Google Shape;230;p22"/>
          <p:cNvSpPr/>
          <p:nvPr>
            <p:ph idx="3" type="pic"/>
          </p:nvPr>
        </p:nvSpPr>
        <p:spPr>
          <a:xfrm>
            <a:off x="3568350" y="844150"/>
            <a:ext cx="4812300" cy="3417000"/>
          </a:xfrm>
          <a:prstGeom prst="roundRect">
            <a:avLst>
              <a:gd fmla="val 4881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vice Mocks 2">
  <p:cSld name="CUSTOM_8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sign mock of a smartphone." id="232" name="Google Shape;232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95000" y="414700"/>
            <a:ext cx="2438799" cy="4314097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3"/>
          <p:cNvSpPr/>
          <p:nvPr>
            <p:ph idx="2" type="pic"/>
          </p:nvPr>
        </p:nvSpPr>
        <p:spPr>
          <a:xfrm>
            <a:off x="868900" y="515475"/>
            <a:ext cx="1911000" cy="4078200"/>
          </a:xfrm>
          <a:prstGeom prst="roundRect">
            <a:avLst>
              <a:gd fmla="val 10964" name="adj"/>
            </a:avLst>
          </a:prstGeom>
          <a:noFill/>
          <a:ln>
            <a:noFill/>
          </a:ln>
        </p:spPr>
      </p:sp>
      <p:pic>
        <p:nvPicPr>
          <p:cNvPr descr="Design mock of a smartphone." id="234" name="Google Shape;234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52600" y="414700"/>
            <a:ext cx="2438799" cy="4314097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3"/>
          <p:cNvSpPr/>
          <p:nvPr>
            <p:ph idx="3" type="pic"/>
          </p:nvPr>
        </p:nvSpPr>
        <p:spPr>
          <a:xfrm>
            <a:off x="3626500" y="515475"/>
            <a:ext cx="1911000" cy="4078200"/>
          </a:xfrm>
          <a:prstGeom prst="roundRect">
            <a:avLst>
              <a:gd fmla="val 10964" name="adj"/>
            </a:avLst>
          </a:prstGeom>
          <a:noFill/>
          <a:ln>
            <a:noFill/>
          </a:ln>
        </p:spPr>
      </p:sp>
      <p:pic>
        <p:nvPicPr>
          <p:cNvPr descr="Design mock of a smartphone." id="236" name="Google Shape;236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10200" y="414700"/>
            <a:ext cx="2438799" cy="4314097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3"/>
          <p:cNvSpPr/>
          <p:nvPr>
            <p:ph idx="4" type="pic"/>
          </p:nvPr>
        </p:nvSpPr>
        <p:spPr>
          <a:xfrm>
            <a:off x="6384100" y="515475"/>
            <a:ext cx="1911000" cy="4078200"/>
          </a:xfrm>
          <a:prstGeom prst="roundRect">
            <a:avLst>
              <a:gd fmla="val 1096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vice Mocks 3">
  <p:cSld name="CUSTOM_9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sign mock of a desktop computer." id="239" name="Google Shape;239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74249" y="304725"/>
            <a:ext cx="5395502" cy="4534052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4"/>
          <p:cNvSpPr/>
          <p:nvPr>
            <p:ph idx="2" type="pic"/>
          </p:nvPr>
        </p:nvSpPr>
        <p:spPr>
          <a:xfrm>
            <a:off x="1956925" y="389550"/>
            <a:ext cx="5231400" cy="2956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43" name="Google Shape;243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4" name="Google Shape;24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47" name="Google Shape;24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1" name="Google Shape;251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5" name="Google Shape;255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6" name="Google Shape;25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2" name="Google Shape;262;p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3" name="Google Shape;263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66" name="Google Shape;266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0" name="Google Shape;270;p3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1" name="Google Shape;271;p3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2" name="Google Shape;272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Archivo"/>
                <a:ea typeface="Archivo"/>
                <a:cs typeface="Archivo"/>
                <a:sym typeface="Archivo"/>
              </a:defRPr>
            </a:lvl1pPr>
            <a:lvl2pPr lvl="1">
              <a:buNone/>
              <a:defRPr>
                <a:latin typeface="Archivo"/>
                <a:ea typeface="Archivo"/>
                <a:cs typeface="Archivo"/>
                <a:sym typeface="Archivo"/>
              </a:defRPr>
            </a:lvl2pPr>
            <a:lvl3pPr lvl="2">
              <a:buNone/>
              <a:defRPr>
                <a:latin typeface="Archivo"/>
                <a:ea typeface="Archivo"/>
                <a:cs typeface="Archivo"/>
                <a:sym typeface="Archivo"/>
              </a:defRPr>
            </a:lvl3pPr>
            <a:lvl4pPr lvl="3">
              <a:buNone/>
              <a:defRPr>
                <a:latin typeface="Archivo"/>
                <a:ea typeface="Archivo"/>
                <a:cs typeface="Archivo"/>
                <a:sym typeface="Archivo"/>
              </a:defRPr>
            </a:lvl4pPr>
            <a:lvl5pPr lvl="4">
              <a:buNone/>
              <a:defRPr>
                <a:latin typeface="Archivo"/>
                <a:ea typeface="Archivo"/>
                <a:cs typeface="Archivo"/>
                <a:sym typeface="Archivo"/>
              </a:defRPr>
            </a:lvl5pPr>
            <a:lvl6pPr lvl="5">
              <a:buNone/>
              <a:defRPr>
                <a:latin typeface="Archivo"/>
                <a:ea typeface="Archivo"/>
                <a:cs typeface="Archivo"/>
                <a:sym typeface="Archivo"/>
              </a:defRPr>
            </a:lvl6pPr>
            <a:lvl7pPr lvl="6">
              <a:buNone/>
              <a:defRPr>
                <a:latin typeface="Archivo"/>
                <a:ea typeface="Archivo"/>
                <a:cs typeface="Archivo"/>
                <a:sym typeface="Archivo"/>
              </a:defRPr>
            </a:lvl7pPr>
            <a:lvl8pPr lvl="7">
              <a:buNone/>
              <a:defRPr>
                <a:latin typeface="Archivo"/>
                <a:ea typeface="Archivo"/>
                <a:cs typeface="Archivo"/>
                <a:sym typeface="Archivo"/>
              </a:defRPr>
            </a:lvl8pPr>
            <a:lvl9pPr lvl="8">
              <a:buNone/>
              <a:defRPr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  <p:sp>
        <p:nvSpPr>
          <p:cNvPr id="275" name="Google Shape;275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78" name="Google Shape;278;p3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9" name="Google Shape;279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6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5" name="Google Shape;285;p36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6" name="Google Shape;286;p36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7" name="Google Shape;287;p36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8" name="Google Shape;288;p36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36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6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37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4" name="Google Shape;294;p37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295" name="Google Shape;295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2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8" name="Google Shape;298;p3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99" name="Google Shape;299;p38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0" name="Google Shape;300;p38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1" name="Google Shape;301;p38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2" name="Google Shape;302;p38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5" name="Google Shape;305;p39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6" name="Google Shape;306;p39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7" name="Google Shape;307;p39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8" name="Google Shape;308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9" name="Google Shape;309;p39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39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39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4" name="Google Shape;314;p40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5" name="Google Shape;315;p40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6" name="Google Shape;316;p40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7" name="Google Shape;317;p40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8" name="Google Shape;318;p40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9" name="Google Shape;319;p40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0" name="Google Shape;320;p40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1" name="Google Shape;321;p40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2" name="Google Shape;322;p40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6" name="Google Shape;326;p41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2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9" name="Google Shape;329;p42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42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31" name="Google Shape;331;p42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2" name="Google Shape;332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3" name="Google Shape;33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4" name="Google Shape;334;p42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5" name="Google Shape;335;p42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3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8" name="Google Shape;338;p43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3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43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1" name="Google Shape;341;p43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42" name="Google Shape;342;p43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3" name="Google Shape;343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4" name="Google Shape;344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5" name="Google Shape;345;p43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6" name="Google Shape;346;p43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7" name="Google Shape;347;p43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4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3" name="Google Shape;353;p45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45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45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45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7" name="Google Shape;357;p45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8" name="Google Shape;358;p45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9" name="Google Shape;359;p45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45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1" name="Google Shape;361;p45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2" name="Google Shape;362;p45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45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42900" y="223625"/>
            <a:ext cx="5715000" cy="18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arker Grotesque"/>
              <a:buNone/>
              <a:defRPr b="1" sz="48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"/>
              <a:buNone/>
              <a:defRPr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"/>
              <a:buNone/>
              <a:defRPr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"/>
              <a:buNone/>
              <a:defRPr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"/>
              <a:buNone/>
              <a:defRPr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"/>
              <a:buNone/>
              <a:defRPr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"/>
              <a:buNone/>
              <a:defRPr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"/>
              <a:buNone/>
              <a:defRPr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"/>
              <a:buNone/>
              <a:defRPr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30900" y="3328825"/>
            <a:ext cx="6547200" cy="15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■"/>
              <a:defRPr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■"/>
              <a:defRPr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■"/>
              <a:defRPr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44">
          <p15:clr>
            <a:srgbClr val="E46962"/>
          </p15:clr>
        </p15:guide>
        <p15:guide id="2" orient="horz" pos="141">
          <p15:clr>
            <a:srgbClr val="E46962"/>
          </p15:clr>
        </p15:guide>
        <p15:guide id="3" orient="horz" pos="3099">
          <p15:clr>
            <a:srgbClr val="E46962"/>
          </p15:clr>
        </p15:guide>
        <p15:guide id="4" pos="216">
          <p15:clr>
            <a:srgbClr val="E46962"/>
          </p15:clr>
        </p15:guide>
        <p15:guide id="5" pos="593">
          <p15:clr>
            <a:srgbClr val="E46962"/>
          </p15:clr>
        </p15:guide>
        <p15:guide id="6" pos="669">
          <p15:clr>
            <a:srgbClr val="E46962"/>
          </p15:clr>
        </p15:guide>
        <p15:guide id="7" pos="1044">
          <p15:clr>
            <a:srgbClr val="E46962"/>
          </p15:clr>
        </p15:guide>
        <p15:guide id="8" pos="1119">
          <p15:clr>
            <a:srgbClr val="E46962"/>
          </p15:clr>
        </p15:guide>
        <p15:guide id="9" pos="1494">
          <p15:clr>
            <a:srgbClr val="E46962"/>
          </p15:clr>
        </p15:guide>
        <p15:guide id="10" pos="1569">
          <p15:clr>
            <a:srgbClr val="E46962"/>
          </p15:clr>
        </p15:guide>
        <p15:guide id="11" pos="1944">
          <p15:clr>
            <a:srgbClr val="E46962"/>
          </p15:clr>
        </p15:guide>
        <p15:guide id="12" pos="2019">
          <p15:clr>
            <a:srgbClr val="E46962"/>
          </p15:clr>
        </p15:guide>
        <p15:guide id="13" pos="2394">
          <p15:clr>
            <a:srgbClr val="E46962"/>
          </p15:clr>
        </p15:guide>
        <p15:guide id="14" pos="2469">
          <p15:clr>
            <a:srgbClr val="E46962"/>
          </p15:clr>
        </p15:guide>
        <p15:guide id="15" pos="2844">
          <p15:clr>
            <a:srgbClr val="E46962"/>
          </p15:clr>
        </p15:guide>
        <p15:guide id="16" pos="2919">
          <p15:clr>
            <a:srgbClr val="E46962"/>
          </p15:clr>
        </p15:guide>
        <p15:guide id="17" pos="3294">
          <p15:clr>
            <a:srgbClr val="E46962"/>
          </p15:clr>
        </p15:guide>
        <p15:guide id="18" pos="3370">
          <p15:clr>
            <a:srgbClr val="E46962"/>
          </p15:clr>
        </p15:guide>
        <p15:guide id="19" pos="3744">
          <p15:clr>
            <a:srgbClr val="E46962"/>
          </p15:clr>
        </p15:guide>
        <p15:guide id="20" pos="3816">
          <p15:clr>
            <a:srgbClr val="E46962"/>
          </p15:clr>
        </p15:guide>
        <p15:guide id="21" pos="4194">
          <p15:clr>
            <a:srgbClr val="E46962"/>
          </p15:clr>
        </p15:guide>
        <p15:guide id="22" pos="4270">
          <p15:clr>
            <a:srgbClr val="E46962"/>
          </p15:clr>
        </p15:guide>
        <p15:guide id="23" pos="4644">
          <p15:clr>
            <a:srgbClr val="E46962"/>
          </p15:clr>
        </p15:guide>
        <p15:guide id="24" pos="4720">
          <p15:clr>
            <a:srgbClr val="E46962"/>
          </p15:clr>
        </p15:guide>
        <p15:guide id="25" pos="5094">
          <p15:clr>
            <a:srgbClr val="E46962"/>
          </p15:clr>
        </p15:guide>
        <p15:guide id="26" pos="5170">
          <p15:clr>
            <a:srgbClr val="E46962"/>
          </p15:clr>
        </p15:guide>
        <p15:guide id="27" pos="5544">
          <p15:clr>
            <a:srgbClr val="E46962"/>
          </p15:clr>
        </p15:guide>
        <p15:guide id="28" pos="5616">
          <p15:clr>
            <a:srgbClr val="E46962"/>
          </p15:clr>
        </p15:guide>
        <p15:guide id="29" orient="horz" pos="2927">
          <p15:clr>
            <a:srgbClr val="E46962"/>
          </p15:clr>
        </p15:guide>
        <p15:guide id="30" orient="horz" pos="288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Relationship Id="rId4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Relationship Id="rId4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Relationship Id="rId4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Relationship Id="rId5" Type="http://schemas.openxmlformats.org/officeDocument/2006/relationships/image" Target="../media/image15.png"/><Relationship Id="rId6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Relationship Id="rId4" Type="http://schemas.openxmlformats.org/officeDocument/2006/relationships/image" Target="../media/image6.png"/><Relationship Id="rId5" Type="http://schemas.openxmlformats.org/officeDocument/2006/relationships/image" Target="../media/image18.png"/><Relationship Id="rId6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6"/>
          <p:cNvSpPr txBox="1"/>
          <p:nvPr>
            <p:ph type="title"/>
          </p:nvPr>
        </p:nvSpPr>
        <p:spPr>
          <a:xfrm>
            <a:off x="114300" y="92175"/>
            <a:ext cx="8915400" cy="23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600"/>
              <a:t>Clinical Decision Support System for OR Case Length Prediction</a:t>
            </a:r>
            <a:endParaRPr sz="7600"/>
          </a:p>
        </p:txBody>
      </p:sp>
      <p:sp>
        <p:nvSpPr>
          <p:cNvPr id="368" name="Google Shape;368;p46"/>
          <p:cNvSpPr txBox="1"/>
          <p:nvPr>
            <p:ph type="title"/>
          </p:nvPr>
        </p:nvSpPr>
        <p:spPr>
          <a:xfrm>
            <a:off x="4351725" y="3549425"/>
            <a:ext cx="4521900" cy="13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Brandon Gambrall</a:t>
            </a:r>
            <a:endParaRPr sz="4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SAT5141 CDSS</a:t>
            </a:r>
            <a:endParaRPr sz="4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12/5/2025</a:t>
            </a:r>
            <a:endParaRPr sz="4300"/>
          </a:p>
        </p:txBody>
      </p:sp>
      <p:pic>
        <p:nvPicPr>
          <p:cNvPr id="369" name="Google Shape;369;p46"/>
          <p:cNvPicPr preferRelativeResize="0"/>
          <p:nvPr/>
        </p:nvPicPr>
        <p:blipFill>
          <a:blip r:embed="rId3">
            <a:alphaModFix amt="82000"/>
          </a:blip>
          <a:stretch>
            <a:fillRect/>
          </a:stretch>
        </p:blipFill>
        <p:spPr>
          <a:xfrm>
            <a:off x="152400" y="2598375"/>
            <a:ext cx="3589088" cy="239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7"/>
          <p:cNvSpPr/>
          <p:nvPr/>
        </p:nvSpPr>
        <p:spPr>
          <a:xfrm>
            <a:off x="88500" y="223625"/>
            <a:ext cx="1841100" cy="516600"/>
          </a:xfrm>
          <a:prstGeom prst="roundRect">
            <a:avLst>
              <a:gd fmla="val 3331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CONTENTS</a:t>
            </a:r>
            <a:endParaRPr sz="2400">
              <a:solidFill>
                <a:schemeClr val="lt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375" name="Google Shape;375;p47"/>
          <p:cNvSpPr/>
          <p:nvPr/>
        </p:nvSpPr>
        <p:spPr>
          <a:xfrm>
            <a:off x="228600" y="898969"/>
            <a:ext cx="1572000" cy="516600"/>
          </a:xfrm>
          <a:prstGeom prst="roundRect">
            <a:avLst>
              <a:gd fmla="val 33319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01</a:t>
            </a:r>
            <a:endParaRPr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376" name="Google Shape;376;p47"/>
          <p:cNvSpPr/>
          <p:nvPr/>
        </p:nvSpPr>
        <p:spPr>
          <a:xfrm>
            <a:off x="1929750" y="898975"/>
            <a:ext cx="2758200" cy="516600"/>
          </a:xfrm>
          <a:prstGeom prst="roundRect">
            <a:avLst>
              <a:gd fmla="val 3331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8572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INTRODUCTION</a:t>
            </a:r>
            <a:endParaRPr sz="2400">
              <a:solidFill>
                <a:schemeClr val="lt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377" name="Google Shape;377;p47"/>
          <p:cNvSpPr/>
          <p:nvPr/>
        </p:nvSpPr>
        <p:spPr>
          <a:xfrm>
            <a:off x="228588" y="1538732"/>
            <a:ext cx="1572000" cy="516600"/>
          </a:xfrm>
          <a:prstGeom prst="roundRect">
            <a:avLst>
              <a:gd fmla="val 33319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02</a:t>
            </a:r>
            <a:endParaRPr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378" name="Google Shape;378;p47"/>
          <p:cNvSpPr/>
          <p:nvPr/>
        </p:nvSpPr>
        <p:spPr>
          <a:xfrm>
            <a:off x="228588" y="2169644"/>
            <a:ext cx="1572000" cy="516600"/>
          </a:xfrm>
          <a:prstGeom prst="roundRect">
            <a:avLst>
              <a:gd fmla="val 33319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03</a:t>
            </a:r>
            <a:endParaRPr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379" name="Google Shape;379;p47"/>
          <p:cNvSpPr/>
          <p:nvPr/>
        </p:nvSpPr>
        <p:spPr>
          <a:xfrm>
            <a:off x="228588" y="2800582"/>
            <a:ext cx="1572000" cy="516600"/>
          </a:xfrm>
          <a:prstGeom prst="roundRect">
            <a:avLst>
              <a:gd fmla="val 33319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04</a:t>
            </a:r>
            <a:endParaRPr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380" name="Google Shape;380;p47"/>
          <p:cNvSpPr/>
          <p:nvPr/>
        </p:nvSpPr>
        <p:spPr>
          <a:xfrm>
            <a:off x="228588" y="3431494"/>
            <a:ext cx="1572000" cy="516600"/>
          </a:xfrm>
          <a:prstGeom prst="roundRect">
            <a:avLst>
              <a:gd fmla="val 33319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05</a:t>
            </a:r>
            <a:endParaRPr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381" name="Google Shape;381;p47"/>
          <p:cNvSpPr txBox="1"/>
          <p:nvPr>
            <p:ph idx="1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SAT5141</a:t>
            </a:r>
            <a:endParaRPr/>
          </a:p>
        </p:txBody>
      </p:sp>
      <p:sp>
        <p:nvSpPr>
          <p:cNvPr id="382" name="Google Shape;382;p47"/>
          <p:cNvSpPr/>
          <p:nvPr/>
        </p:nvSpPr>
        <p:spPr>
          <a:xfrm>
            <a:off x="1929750" y="1535425"/>
            <a:ext cx="3653400" cy="516600"/>
          </a:xfrm>
          <a:prstGeom prst="roundRect">
            <a:avLst>
              <a:gd fmla="val 3331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2000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ML FRAMEWORK</a:t>
            </a:r>
            <a:endParaRPr sz="2400">
              <a:solidFill>
                <a:schemeClr val="lt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383" name="Google Shape;383;p47"/>
          <p:cNvSpPr/>
          <p:nvPr/>
        </p:nvSpPr>
        <p:spPr>
          <a:xfrm>
            <a:off x="1929750" y="2170225"/>
            <a:ext cx="1841100" cy="516600"/>
          </a:xfrm>
          <a:prstGeom prst="roundRect">
            <a:avLst>
              <a:gd fmla="val 3331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8572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FINDINGS</a:t>
            </a:r>
            <a:endParaRPr sz="2400">
              <a:solidFill>
                <a:schemeClr val="lt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384" name="Google Shape;384;p47"/>
          <p:cNvSpPr/>
          <p:nvPr/>
        </p:nvSpPr>
        <p:spPr>
          <a:xfrm>
            <a:off x="1929600" y="3439775"/>
            <a:ext cx="2460000" cy="516600"/>
          </a:xfrm>
          <a:prstGeom prst="roundRect">
            <a:avLst>
              <a:gd fmla="val 3331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8572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CONCLUSION</a:t>
            </a:r>
            <a:endParaRPr sz="2400">
              <a:solidFill>
                <a:schemeClr val="lt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385" name="Google Shape;385;p47"/>
          <p:cNvSpPr/>
          <p:nvPr/>
        </p:nvSpPr>
        <p:spPr>
          <a:xfrm>
            <a:off x="1929750" y="2804988"/>
            <a:ext cx="1841100" cy="516600"/>
          </a:xfrm>
          <a:prstGeom prst="roundRect">
            <a:avLst>
              <a:gd fmla="val 3331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8572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ANALYSIS</a:t>
            </a:r>
            <a:endParaRPr sz="2400">
              <a:solidFill>
                <a:schemeClr val="lt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pic>
        <p:nvPicPr>
          <p:cNvPr id="386" name="Google Shape;386;p47"/>
          <p:cNvPicPr preferRelativeResize="0"/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5445550" y="2169650"/>
            <a:ext cx="3356275" cy="251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8"/>
          <p:cNvSpPr txBox="1"/>
          <p:nvPr>
            <p:ph type="title"/>
          </p:nvPr>
        </p:nvSpPr>
        <p:spPr>
          <a:xfrm>
            <a:off x="4838700" y="2444800"/>
            <a:ext cx="1443300" cy="24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1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descr="Surgery team operating in a surgical room. Doctor and nurse discuss planning surgery (Provided by Getty Images)" id="392" name="Google Shape;392;p4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40999" r="40999" t="0"/>
          <a:stretch/>
        </p:blipFill>
        <p:spPr>
          <a:xfrm>
            <a:off x="6702550" y="228300"/>
            <a:ext cx="1501500" cy="4691700"/>
          </a:xfrm>
          <a:prstGeom prst="roundRect">
            <a:avLst>
              <a:gd fmla="val 16667" name="adj"/>
            </a:avLst>
          </a:prstGeom>
        </p:spPr>
      </p:pic>
      <p:sp>
        <p:nvSpPr>
          <p:cNvPr id="393" name="Google Shape;393;p48"/>
          <p:cNvSpPr txBox="1"/>
          <p:nvPr>
            <p:ph idx="1" type="subTitle"/>
          </p:nvPr>
        </p:nvSpPr>
        <p:spPr>
          <a:xfrm>
            <a:off x="411150" y="1189250"/>
            <a:ext cx="4938000" cy="29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biggest cause of chaos: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	OR schedule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Major cause of tension between staff, management, and amongst providers.  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Block Time, Releases, and Add Ons 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Tale of two practices: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	-Overestimate case to preserve block time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	-Underestimate case to squeeze more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CDSS to Generate Predicted Case Time to support scheduler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Project started out as classification moved to regression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48"/>
          <p:cNvSpPr/>
          <p:nvPr/>
        </p:nvSpPr>
        <p:spPr>
          <a:xfrm>
            <a:off x="342900" y="341450"/>
            <a:ext cx="2758200" cy="516600"/>
          </a:xfrm>
          <a:prstGeom prst="roundRect">
            <a:avLst>
              <a:gd fmla="val 33319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8572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INTRODUCTION</a:t>
            </a:r>
            <a:endParaRPr b="1" sz="2400">
              <a:solidFill>
                <a:schemeClr val="lt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eeled hospital beds in hallway (Provided by Getty Images)" id="399" name="Google Shape;399;p4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7216" l="0" r="0" t="37216"/>
          <a:stretch/>
        </p:blipFill>
        <p:spPr>
          <a:xfrm>
            <a:off x="228600" y="3200450"/>
            <a:ext cx="8686800" cy="1446600"/>
          </a:xfrm>
          <a:prstGeom prst="roundRect">
            <a:avLst>
              <a:gd fmla="val 16667" name="adj"/>
            </a:avLst>
          </a:prstGeom>
        </p:spPr>
      </p:pic>
      <p:sp>
        <p:nvSpPr>
          <p:cNvPr id="400" name="Google Shape;400;p49"/>
          <p:cNvSpPr txBox="1"/>
          <p:nvPr>
            <p:ph idx="3" type="body"/>
          </p:nvPr>
        </p:nvSpPr>
        <p:spPr>
          <a:xfrm>
            <a:off x="269475" y="1175838"/>
            <a:ext cx="2857500" cy="19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>
                <a:highlight>
                  <a:srgbClr val="FF0000"/>
                </a:highlight>
              </a:rPr>
              <a:t>IMPORTS</a:t>
            </a:r>
            <a:endParaRPr sz="1300">
              <a:highlight>
                <a:srgbClr val="FF00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DATASET PATH/DF HEAD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PREPROCESSING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TARGET/FEATURE SELECTION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SPLIT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LR/SVR/GBR MODELS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MODEL EVALUATIONS/ANALYSIS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MODEL SELECTION</a:t>
            </a:r>
            <a:endParaRPr sz="1300"/>
          </a:p>
        </p:txBody>
      </p:sp>
      <p:sp>
        <p:nvSpPr>
          <p:cNvPr id="401" name="Google Shape;401;p49"/>
          <p:cNvSpPr txBox="1"/>
          <p:nvPr>
            <p:ph idx="1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SAT5141</a:t>
            </a:r>
            <a:endParaRPr/>
          </a:p>
        </p:txBody>
      </p:sp>
      <p:sp>
        <p:nvSpPr>
          <p:cNvPr id="402" name="Google Shape;402;p49"/>
          <p:cNvSpPr txBox="1"/>
          <p:nvPr>
            <p:ph type="title"/>
          </p:nvPr>
        </p:nvSpPr>
        <p:spPr>
          <a:xfrm>
            <a:off x="228600" y="223650"/>
            <a:ext cx="8686800" cy="9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0"/>
              <a:t>ML FRAMEWORK</a:t>
            </a:r>
            <a:endParaRPr sz="9100"/>
          </a:p>
        </p:txBody>
      </p:sp>
      <p:sp>
        <p:nvSpPr>
          <p:cNvPr id="403" name="Google Shape;403;p49"/>
          <p:cNvSpPr txBox="1"/>
          <p:nvPr>
            <p:ph type="title"/>
          </p:nvPr>
        </p:nvSpPr>
        <p:spPr>
          <a:xfrm>
            <a:off x="7850750" y="3537450"/>
            <a:ext cx="891900" cy="9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0">
                <a:solidFill>
                  <a:schemeClr val="lt1"/>
                </a:solidFill>
              </a:rPr>
              <a:t>2</a:t>
            </a:r>
            <a:endParaRPr sz="9100">
              <a:solidFill>
                <a:schemeClr val="lt1"/>
              </a:solidFill>
            </a:endParaRPr>
          </a:p>
        </p:txBody>
      </p:sp>
      <p:pic>
        <p:nvPicPr>
          <p:cNvPr id="404" name="Google Shape;404;p49"/>
          <p:cNvPicPr preferRelativeResize="0"/>
          <p:nvPr/>
        </p:nvPicPr>
        <p:blipFill rotWithShape="1">
          <a:blip r:embed="rId4">
            <a:alphaModFix/>
          </a:blip>
          <a:srcRect b="0" l="2028" r="0" t="0"/>
          <a:stretch/>
        </p:blipFill>
        <p:spPr>
          <a:xfrm>
            <a:off x="4501300" y="1175850"/>
            <a:ext cx="3113201" cy="198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eeled hospital beds in hallway (Provided by Getty Images)" id="409" name="Google Shape;409;p5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7216" l="0" r="0" t="37216"/>
          <a:stretch/>
        </p:blipFill>
        <p:spPr>
          <a:xfrm>
            <a:off x="228600" y="3200450"/>
            <a:ext cx="8686800" cy="1446600"/>
          </a:xfrm>
          <a:prstGeom prst="roundRect">
            <a:avLst>
              <a:gd fmla="val 16667" name="adj"/>
            </a:avLst>
          </a:prstGeom>
        </p:spPr>
      </p:pic>
      <p:sp>
        <p:nvSpPr>
          <p:cNvPr id="410" name="Google Shape;410;p50"/>
          <p:cNvSpPr txBox="1"/>
          <p:nvPr>
            <p:ph idx="3" type="body"/>
          </p:nvPr>
        </p:nvSpPr>
        <p:spPr>
          <a:xfrm>
            <a:off x="269475" y="1175838"/>
            <a:ext cx="2857500" cy="19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IMPORTS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>
                <a:highlight>
                  <a:srgbClr val="FF0000"/>
                </a:highlight>
              </a:rPr>
              <a:t>DATASET PATH/DF HEAD</a:t>
            </a:r>
            <a:endParaRPr sz="1300">
              <a:highlight>
                <a:srgbClr val="FF00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PREPROCESSING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TARGET/FEATURE SELECTION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SPLIT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LR/SVR/GBR MODELS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MODEL EVALUATIONS/ANALYSIS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MODEL SELECTION</a:t>
            </a:r>
            <a:endParaRPr sz="1300"/>
          </a:p>
        </p:txBody>
      </p:sp>
      <p:sp>
        <p:nvSpPr>
          <p:cNvPr id="411" name="Google Shape;411;p50"/>
          <p:cNvSpPr txBox="1"/>
          <p:nvPr>
            <p:ph idx="1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SAT5141</a:t>
            </a:r>
            <a:endParaRPr/>
          </a:p>
        </p:txBody>
      </p:sp>
      <p:sp>
        <p:nvSpPr>
          <p:cNvPr id="412" name="Google Shape;412;p50"/>
          <p:cNvSpPr txBox="1"/>
          <p:nvPr>
            <p:ph type="title"/>
          </p:nvPr>
        </p:nvSpPr>
        <p:spPr>
          <a:xfrm>
            <a:off x="228600" y="223650"/>
            <a:ext cx="8686800" cy="9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0"/>
              <a:t>ML FRAMEWORK</a:t>
            </a:r>
            <a:endParaRPr sz="9100"/>
          </a:p>
        </p:txBody>
      </p:sp>
      <p:sp>
        <p:nvSpPr>
          <p:cNvPr id="413" name="Google Shape;413;p50"/>
          <p:cNvSpPr txBox="1"/>
          <p:nvPr>
            <p:ph type="title"/>
          </p:nvPr>
        </p:nvSpPr>
        <p:spPr>
          <a:xfrm>
            <a:off x="7850750" y="3537450"/>
            <a:ext cx="891900" cy="9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0">
                <a:solidFill>
                  <a:schemeClr val="lt1"/>
                </a:solidFill>
              </a:rPr>
              <a:t>2</a:t>
            </a:r>
            <a:endParaRPr sz="9100">
              <a:solidFill>
                <a:schemeClr val="lt1"/>
              </a:solidFill>
            </a:endParaRPr>
          </a:p>
        </p:txBody>
      </p:sp>
      <p:pic>
        <p:nvPicPr>
          <p:cNvPr id="414" name="Google Shape;414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6725" y="1175850"/>
            <a:ext cx="4722157" cy="198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eeled hospital beds in hallway (Provided by Getty Images)" id="419" name="Google Shape;419;p5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7216" l="0" r="0" t="37216"/>
          <a:stretch/>
        </p:blipFill>
        <p:spPr>
          <a:xfrm>
            <a:off x="228600" y="3200450"/>
            <a:ext cx="8686800" cy="1446600"/>
          </a:xfrm>
          <a:prstGeom prst="roundRect">
            <a:avLst>
              <a:gd fmla="val 16667" name="adj"/>
            </a:avLst>
          </a:prstGeom>
        </p:spPr>
      </p:pic>
      <p:sp>
        <p:nvSpPr>
          <p:cNvPr id="420" name="Google Shape;420;p51"/>
          <p:cNvSpPr txBox="1"/>
          <p:nvPr>
            <p:ph idx="3" type="body"/>
          </p:nvPr>
        </p:nvSpPr>
        <p:spPr>
          <a:xfrm>
            <a:off x="269475" y="1175838"/>
            <a:ext cx="2857500" cy="19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IMPORTS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DATASET PATH/DF HEAD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>
                <a:highlight>
                  <a:srgbClr val="FF0000"/>
                </a:highlight>
              </a:rPr>
              <a:t>PREPROCESSING</a:t>
            </a:r>
            <a:endParaRPr sz="1300">
              <a:highlight>
                <a:srgbClr val="FF00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TARGET/FEATURE SELECTION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SPLIT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LR/SVR/GBR MODELS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MODEL EVALUATIONS/ANALYSIS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MODEL SELECTION</a:t>
            </a:r>
            <a:endParaRPr sz="1300"/>
          </a:p>
        </p:txBody>
      </p:sp>
      <p:sp>
        <p:nvSpPr>
          <p:cNvPr id="421" name="Google Shape;421;p51"/>
          <p:cNvSpPr txBox="1"/>
          <p:nvPr>
            <p:ph idx="1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SAT5141</a:t>
            </a:r>
            <a:endParaRPr/>
          </a:p>
        </p:txBody>
      </p:sp>
      <p:sp>
        <p:nvSpPr>
          <p:cNvPr id="422" name="Google Shape;422;p51"/>
          <p:cNvSpPr txBox="1"/>
          <p:nvPr>
            <p:ph type="title"/>
          </p:nvPr>
        </p:nvSpPr>
        <p:spPr>
          <a:xfrm>
            <a:off x="228600" y="223650"/>
            <a:ext cx="8686800" cy="9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0"/>
              <a:t>ML FRAMEWORK</a:t>
            </a:r>
            <a:endParaRPr sz="9100"/>
          </a:p>
        </p:txBody>
      </p:sp>
      <p:sp>
        <p:nvSpPr>
          <p:cNvPr id="423" name="Google Shape;423;p51"/>
          <p:cNvSpPr txBox="1"/>
          <p:nvPr>
            <p:ph type="title"/>
          </p:nvPr>
        </p:nvSpPr>
        <p:spPr>
          <a:xfrm>
            <a:off x="7850750" y="3537450"/>
            <a:ext cx="891900" cy="9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0">
                <a:solidFill>
                  <a:schemeClr val="lt1"/>
                </a:solidFill>
              </a:rPr>
              <a:t>2</a:t>
            </a:r>
            <a:endParaRPr sz="9100">
              <a:solidFill>
                <a:schemeClr val="lt1"/>
              </a:solidFill>
            </a:endParaRPr>
          </a:p>
        </p:txBody>
      </p:sp>
      <p:sp>
        <p:nvSpPr>
          <p:cNvPr id="424" name="Google Shape;424;p51"/>
          <p:cNvSpPr txBox="1"/>
          <p:nvPr>
            <p:ph idx="3" type="body"/>
          </p:nvPr>
        </p:nvSpPr>
        <p:spPr>
          <a:xfrm>
            <a:off x="3360950" y="1193500"/>
            <a:ext cx="5489100" cy="19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700"/>
              <a:t>Removed Columns that added no value, redundant value/cause data leak: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700"/>
              <a:t>Wheels In/Out, Start/End, OR Schedule Start Time, Date, Booked Time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700"/>
              <a:t>Checked for Null Values or 0 values (Cancelled cases.</a:t>
            </a:r>
            <a:endParaRPr sz="1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eeled hospital beds in hallway (Provided by Getty Images)" id="429" name="Google Shape;429;p5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7216" l="0" r="0" t="37216"/>
          <a:stretch/>
        </p:blipFill>
        <p:spPr>
          <a:xfrm>
            <a:off x="228600" y="3200450"/>
            <a:ext cx="8686800" cy="1446600"/>
          </a:xfrm>
          <a:prstGeom prst="roundRect">
            <a:avLst>
              <a:gd fmla="val 16667" name="adj"/>
            </a:avLst>
          </a:prstGeom>
        </p:spPr>
      </p:pic>
      <p:sp>
        <p:nvSpPr>
          <p:cNvPr id="430" name="Google Shape;430;p52"/>
          <p:cNvSpPr txBox="1"/>
          <p:nvPr>
            <p:ph idx="3" type="body"/>
          </p:nvPr>
        </p:nvSpPr>
        <p:spPr>
          <a:xfrm>
            <a:off x="269475" y="1175838"/>
            <a:ext cx="2857500" cy="19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IMPORTS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DATASET PATH/DF HEAD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PREPROCESSING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>
                <a:highlight>
                  <a:srgbClr val="FF0000"/>
                </a:highlight>
              </a:rPr>
              <a:t>TARGET/</a:t>
            </a:r>
            <a:r>
              <a:rPr lang="en" sz="1300">
                <a:highlight>
                  <a:srgbClr val="FF0000"/>
                </a:highlight>
              </a:rPr>
              <a:t>FEATURE SELECTION</a:t>
            </a:r>
            <a:endParaRPr sz="1300">
              <a:highlight>
                <a:srgbClr val="FF00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SPLIT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LR/SVR/GBR MODELS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MODEL EVALUATIONS/ANALYSIS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MODEL SELECTION</a:t>
            </a:r>
            <a:endParaRPr sz="1300"/>
          </a:p>
        </p:txBody>
      </p:sp>
      <p:sp>
        <p:nvSpPr>
          <p:cNvPr id="431" name="Google Shape;431;p52"/>
          <p:cNvSpPr txBox="1"/>
          <p:nvPr>
            <p:ph idx="1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SAT5141</a:t>
            </a:r>
            <a:endParaRPr/>
          </a:p>
        </p:txBody>
      </p:sp>
      <p:sp>
        <p:nvSpPr>
          <p:cNvPr id="432" name="Google Shape;432;p52"/>
          <p:cNvSpPr txBox="1"/>
          <p:nvPr>
            <p:ph type="title"/>
          </p:nvPr>
        </p:nvSpPr>
        <p:spPr>
          <a:xfrm>
            <a:off x="228600" y="223650"/>
            <a:ext cx="8686800" cy="9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0"/>
              <a:t>ML FRAMEWORK</a:t>
            </a:r>
            <a:endParaRPr sz="9100"/>
          </a:p>
        </p:txBody>
      </p:sp>
      <p:sp>
        <p:nvSpPr>
          <p:cNvPr id="433" name="Google Shape;433;p52"/>
          <p:cNvSpPr txBox="1"/>
          <p:nvPr>
            <p:ph type="title"/>
          </p:nvPr>
        </p:nvSpPr>
        <p:spPr>
          <a:xfrm>
            <a:off x="7850750" y="3537450"/>
            <a:ext cx="891900" cy="9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0">
                <a:solidFill>
                  <a:schemeClr val="lt1"/>
                </a:solidFill>
              </a:rPr>
              <a:t>2</a:t>
            </a:r>
            <a:endParaRPr sz="9100">
              <a:solidFill>
                <a:schemeClr val="lt1"/>
              </a:solidFill>
            </a:endParaRPr>
          </a:p>
        </p:txBody>
      </p:sp>
      <p:pic>
        <p:nvPicPr>
          <p:cNvPr id="434" name="Google Shape;434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2100" y="1175850"/>
            <a:ext cx="3033425" cy="195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eeled hospital beds in hallway (Provided by Getty Images)" id="439" name="Google Shape;439;p5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7216" l="0" r="0" t="37216"/>
          <a:stretch/>
        </p:blipFill>
        <p:spPr>
          <a:xfrm>
            <a:off x="228600" y="3200450"/>
            <a:ext cx="8686800" cy="1446600"/>
          </a:xfrm>
          <a:prstGeom prst="roundRect">
            <a:avLst>
              <a:gd fmla="val 16667" name="adj"/>
            </a:avLst>
          </a:prstGeom>
        </p:spPr>
      </p:pic>
      <p:sp>
        <p:nvSpPr>
          <p:cNvPr id="440" name="Google Shape;440;p53"/>
          <p:cNvSpPr txBox="1"/>
          <p:nvPr>
            <p:ph idx="3" type="body"/>
          </p:nvPr>
        </p:nvSpPr>
        <p:spPr>
          <a:xfrm>
            <a:off x="269475" y="1175838"/>
            <a:ext cx="2857500" cy="19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IMPORTS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DATASET PATH/DF HEAD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PREPROCESSING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TARGET/FEATURE SELECTION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>
                <a:highlight>
                  <a:srgbClr val="FF0000"/>
                </a:highlight>
              </a:rPr>
              <a:t>SPLIT</a:t>
            </a:r>
            <a:endParaRPr sz="1300">
              <a:highlight>
                <a:srgbClr val="FF00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LR/SVR/GBR MODELS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MODEL EVALUATIONS/ANALYSIS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MODEL SELECTION</a:t>
            </a:r>
            <a:endParaRPr sz="1300"/>
          </a:p>
        </p:txBody>
      </p:sp>
      <p:sp>
        <p:nvSpPr>
          <p:cNvPr id="441" name="Google Shape;441;p53"/>
          <p:cNvSpPr txBox="1"/>
          <p:nvPr>
            <p:ph idx="1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SAT5141</a:t>
            </a:r>
            <a:endParaRPr/>
          </a:p>
        </p:txBody>
      </p:sp>
      <p:sp>
        <p:nvSpPr>
          <p:cNvPr id="442" name="Google Shape;442;p53"/>
          <p:cNvSpPr txBox="1"/>
          <p:nvPr>
            <p:ph type="title"/>
          </p:nvPr>
        </p:nvSpPr>
        <p:spPr>
          <a:xfrm>
            <a:off x="228600" y="223650"/>
            <a:ext cx="8686800" cy="9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0"/>
              <a:t>ML FRAMEWORK</a:t>
            </a:r>
            <a:endParaRPr sz="9100"/>
          </a:p>
        </p:txBody>
      </p:sp>
      <p:sp>
        <p:nvSpPr>
          <p:cNvPr id="443" name="Google Shape;443;p53"/>
          <p:cNvSpPr txBox="1"/>
          <p:nvPr>
            <p:ph type="title"/>
          </p:nvPr>
        </p:nvSpPr>
        <p:spPr>
          <a:xfrm>
            <a:off x="7850750" y="3537450"/>
            <a:ext cx="891900" cy="9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0">
                <a:solidFill>
                  <a:schemeClr val="lt1"/>
                </a:solidFill>
              </a:rPr>
              <a:t>2</a:t>
            </a:r>
            <a:endParaRPr sz="9100">
              <a:solidFill>
                <a:schemeClr val="lt1"/>
              </a:solidFill>
            </a:endParaRPr>
          </a:p>
        </p:txBody>
      </p:sp>
      <p:pic>
        <p:nvPicPr>
          <p:cNvPr id="444" name="Google Shape;444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9375" y="1328250"/>
            <a:ext cx="4029075" cy="169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eeled hospital beds in hallway (Provided by Getty Images)" id="449" name="Google Shape;449;p5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7216" l="0" r="0" t="37216"/>
          <a:stretch/>
        </p:blipFill>
        <p:spPr>
          <a:xfrm>
            <a:off x="228600" y="3200450"/>
            <a:ext cx="8686800" cy="1446600"/>
          </a:xfrm>
          <a:prstGeom prst="roundRect">
            <a:avLst>
              <a:gd fmla="val 16667" name="adj"/>
            </a:avLst>
          </a:prstGeom>
        </p:spPr>
      </p:pic>
      <p:sp>
        <p:nvSpPr>
          <p:cNvPr id="450" name="Google Shape;450;p54"/>
          <p:cNvSpPr txBox="1"/>
          <p:nvPr>
            <p:ph idx="3" type="body"/>
          </p:nvPr>
        </p:nvSpPr>
        <p:spPr>
          <a:xfrm>
            <a:off x="269475" y="1175838"/>
            <a:ext cx="2857500" cy="19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IMPORTS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DATASET PATH/DF HEAD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PREPROCESSING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TARGET/FEATURE SELECTION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SPLIT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>
                <a:highlight>
                  <a:srgbClr val="FF0000"/>
                </a:highlight>
              </a:rPr>
              <a:t>LR/SVR/GBR MODELS</a:t>
            </a:r>
            <a:endParaRPr sz="1300">
              <a:highlight>
                <a:srgbClr val="FF00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MODEL EVALUATIONS/ANALYSIS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MODEL SELECTION</a:t>
            </a:r>
            <a:endParaRPr sz="1300"/>
          </a:p>
        </p:txBody>
      </p:sp>
      <p:sp>
        <p:nvSpPr>
          <p:cNvPr id="451" name="Google Shape;451;p54"/>
          <p:cNvSpPr txBox="1"/>
          <p:nvPr>
            <p:ph idx="1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SAT5141</a:t>
            </a:r>
            <a:endParaRPr/>
          </a:p>
        </p:txBody>
      </p:sp>
      <p:sp>
        <p:nvSpPr>
          <p:cNvPr id="452" name="Google Shape;452;p54"/>
          <p:cNvSpPr txBox="1"/>
          <p:nvPr>
            <p:ph type="title"/>
          </p:nvPr>
        </p:nvSpPr>
        <p:spPr>
          <a:xfrm>
            <a:off x="228600" y="223650"/>
            <a:ext cx="8686800" cy="9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0"/>
              <a:t>FINDINGS</a:t>
            </a:r>
            <a:endParaRPr sz="9100"/>
          </a:p>
        </p:txBody>
      </p:sp>
      <p:sp>
        <p:nvSpPr>
          <p:cNvPr id="453" name="Google Shape;453;p54"/>
          <p:cNvSpPr txBox="1"/>
          <p:nvPr>
            <p:ph type="title"/>
          </p:nvPr>
        </p:nvSpPr>
        <p:spPr>
          <a:xfrm>
            <a:off x="7850750" y="3537450"/>
            <a:ext cx="891900" cy="9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0">
                <a:solidFill>
                  <a:schemeClr val="lt1"/>
                </a:solidFill>
              </a:rPr>
              <a:t>3</a:t>
            </a:r>
            <a:endParaRPr sz="9100">
              <a:solidFill>
                <a:schemeClr val="lt1"/>
              </a:solidFill>
            </a:endParaRPr>
          </a:p>
        </p:txBody>
      </p:sp>
      <p:pic>
        <p:nvPicPr>
          <p:cNvPr id="454" name="Google Shape;454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5628" y="1087950"/>
            <a:ext cx="3383425" cy="106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22875" y="564100"/>
            <a:ext cx="2192525" cy="120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05625" y="2151607"/>
            <a:ext cx="3819826" cy="101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eeled hospital beds in hallway (Provided by Getty Images)" id="461" name="Google Shape;461;p5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7216" l="0" r="0" t="37216"/>
          <a:stretch/>
        </p:blipFill>
        <p:spPr>
          <a:xfrm>
            <a:off x="228600" y="3200450"/>
            <a:ext cx="8686800" cy="1446600"/>
          </a:xfrm>
          <a:prstGeom prst="roundRect">
            <a:avLst>
              <a:gd fmla="val 16667" name="adj"/>
            </a:avLst>
          </a:prstGeom>
        </p:spPr>
      </p:pic>
      <p:sp>
        <p:nvSpPr>
          <p:cNvPr id="462" name="Google Shape;462;p55"/>
          <p:cNvSpPr txBox="1"/>
          <p:nvPr>
            <p:ph idx="3" type="body"/>
          </p:nvPr>
        </p:nvSpPr>
        <p:spPr>
          <a:xfrm>
            <a:off x="269475" y="1175838"/>
            <a:ext cx="2857500" cy="19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IMPORTS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DATASET PATH/DF HEAD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PREPROCESSING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TARGET/FEATURE SELECTION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SPLIT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LR/SVR/GBR MODELS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>
                <a:highlight>
                  <a:srgbClr val="FF0000"/>
                </a:highlight>
              </a:rPr>
              <a:t>MODEL EVALUATIONS/ANALYSIS</a:t>
            </a:r>
            <a:endParaRPr sz="1300">
              <a:highlight>
                <a:srgbClr val="FF00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MODEL SELECTION</a:t>
            </a:r>
            <a:endParaRPr sz="1300"/>
          </a:p>
        </p:txBody>
      </p:sp>
      <p:sp>
        <p:nvSpPr>
          <p:cNvPr id="463" name="Google Shape;463;p55"/>
          <p:cNvSpPr txBox="1"/>
          <p:nvPr>
            <p:ph idx="1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SAT5141</a:t>
            </a:r>
            <a:endParaRPr/>
          </a:p>
        </p:txBody>
      </p:sp>
      <p:sp>
        <p:nvSpPr>
          <p:cNvPr id="464" name="Google Shape;464;p55"/>
          <p:cNvSpPr txBox="1"/>
          <p:nvPr>
            <p:ph type="title"/>
          </p:nvPr>
        </p:nvSpPr>
        <p:spPr>
          <a:xfrm>
            <a:off x="228600" y="223650"/>
            <a:ext cx="8686800" cy="9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0"/>
              <a:t>ANALYSIS</a:t>
            </a:r>
            <a:endParaRPr sz="9100"/>
          </a:p>
        </p:txBody>
      </p:sp>
      <p:sp>
        <p:nvSpPr>
          <p:cNvPr id="465" name="Google Shape;465;p55"/>
          <p:cNvSpPr txBox="1"/>
          <p:nvPr>
            <p:ph type="title"/>
          </p:nvPr>
        </p:nvSpPr>
        <p:spPr>
          <a:xfrm>
            <a:off x="7850750" y="3537450"/>
            <a:ext cx="891900" cy="9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0">
                <a:solidFill>
                  <a:schemeClr val="lt1"/>
                </a:solidFill>
              </a:rPr>
              <a:t>4</a:t>
            </a:r>
            <a:endParaRPr sz="9100">
              <a:solidFill>
                <a:schemeClr val="lt1"/>
              </a:solidFill>
            </a:endParaRPr>
          </a:p>
        </p:txBody>
      </p:sp>
      <p:pic>
        <p:nvPicPr>
          <p:cNvPr id="466" name="Google Shape;466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614" y="1175850"/>
            <a:ext cx="2548220" cy="1989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4500" y="49775"/>
            <a:ext cx="2857500" cy="1126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83276" y="1175850"/>
            <a:ext cx="2502096" cy="198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eeled hospital beds in hallway (Provided by Getty Images)" id="473" name="Google Shape;473;p5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7216" l="0" r="0" t="37216"/>
          <a:stretch/>
        </p:blipFill>
        <p:spPr>
          <a:xfrm>
            <a:off x="228600" y="3200450"/>
            <a:ext cx="8686800" cy="1446600"/>
          </a:xfrm>
          <a:prstGeom prst="roundRect">
            <a:avLst>
              <a:gd fmla="val 16667" name="adj"/>
            </a:avLst>
          </a:prstGeom>
        </p:spPr>
      </p:pic>
      <p:sp>
        <p:nvSpPr>
          <p:cNvPr id="474" name="Google Shape;474;p56"/>
          <p:cNvSpPr txBox="1"/>
          <p:nvPr>
            <p:ph idx="3" type="body"/>
          </p:nvPr>
        </p:nvSpPr>
        <p:spPr>
          <a:xfrm>
            <a:off x="269475" y="1175838"/>
            <a:ext cx="2857500" cy="19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IMPORTS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DATASET PATH/DF HEAD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PREPROCESSING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TARGET/FEATURE SELECTION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SPLIT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LR/SVR/GBR MODELS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/>
              <a:t>MODEL EVALUATIONS/ANALYSIS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300">
                <a:highlight>
                  <a:srgbClr val="FF0000"/>
                </a:highlight>
              </a:rPr>
              <a:t>MODEL SELECTION</a:t>
            </a:r>
            <a:endParaRPr sz="1300">
              <a:highlight>
                <a:srgbClr val="FF0000"/>
              </a:highlight>
            </a:endParaRPr>
          </a:p>
        </p:txBody>
      </p:sp>
      <p:sp>
        <p:nvSpPr>
          <p:cNvPr id="475" name="Google Shape;475;p56"/>
          <p:cNvSpPr txBox="1"/>
          <p:nvPr>
            <p:ph idx="1" type="subTitle"/>
          </p:nvPr>
        </p:nvSpPr>
        <p:spPr>
          <a:xfrm>
            <a:off x="228600" y="4820575"/>
            <a:ext cx="36915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SAT5141</a:t>
            </a:r>
            <a:endParaRPr/>
          </a:p>
        </p:txBody>
      </p:sp>
      <p:sp>
        <p:nvSpPr>
          <p:cNvPr id="476" name="Google Shape;476;p56"/>
          <p:cNvSpPr txBox="1"/>
          <p:nvPr>
            <p:ph type="title"/>
          </p:nvPr>
        </p:nvSpPr>
        <p:spPr>
          <a:xfrm>
            <a:off x="228600" y="223650"/>
            <a:ext cx="8686800" cy="9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0"/>
              <a:t>ANALYSIS</a:t>
            </a:r>
            <a:endParaRPr sz="9100"/>
          </a:p>
        </p:txBody>
      </p:sp>
      <p:sp>
        <p:nvSpPr>
          <p:cNvPr id="477" name="Google Shape;477;p56"/>
          <p:cNvSpPr txBox="1"/>
          <p:nvPr>
            <p:ph type="title"/>
          </p:nvPr>
        </p:nvSpPr>
        <p:spPr>
          <a:xfrm>
            <a:off x="7850750" y="3537450"/>
            <a:ext cx="891900" cy="9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0">
                <a:solidFill>
                  <a:schemeClr val="lt1"/>
                </a:solidFill>
              </a:rPr>
              <a:t>4</a:t>
            </a:r>
            <a:endParaRPr sz="9100">
              <a:solidFill>
                <a:schemeClr val="lt1"/>
              </a:solidFill>
            </a:endParaRPr>
          </a:p>
        </p:txBody>
      </p:sp>
      <p:sp>
        <p:nvSpPr>
          <p:cNvPr id="478" name="Google Shape;478;p56"/>
          <p:cNvSpPr txBox="1"/>
          <p:nvPr>
            <p:ph idx="3" type="body"/>
          </p:nvPr>
        </p:nvSpPr>
        <p:spPr>
          <a:xfrm>
            <a:off x="3343075" y="1211150"/>
            <a:ext cx="4704300" cy="19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200"/>
              <a:t>SVR showed the strongest model: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200"/>
              <a:t>	Tighter Residuals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200"/>
              <a:t>	Higher R2 value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200"/>
              <a:t>Honorable Mentions: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200"/>
              <a:t>GBR did well but had some outliers that were +/- 20 to 30 min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200"/>
              <a:t>Lin model was fair but had a long positive tail and underestimated long cases. </a:t>
            </a:r>
            <a:endParaRPr sz="1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7"/>
          <p:cNvSpPr txBox="1"/>
          <p:nvPr>
            <p:ph type="title"/>
          </p:nvPr>
        </p:nvSpPr>
        <p:spPr>
          <a:xfrm>
            <a:off x="342900" y="223625"/>
            <a:ext cx="8525100" cy="18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600"/>
              <a:t>WORK CITED</a:t>
            </a:r>
            <a:endParaRPr sz="11600"/>
          </a:p>
        </p:txBody>
      </p:sp>
      <p:sp>
        <p:nvSpPr>
          <p:cNvPr id="484" name="Google Shape;484;p57"/>
          <p:cNvSpPr txBox="1"/>
          <p:nvPr>
            <p:ph type="title"/>
          </p:nvPr>
        </p:nvSpPr>
        <p:spPr>
          <a:xfrm>
            <a:off x="220977" y="4592400"/>
            <a:ext cx="2316600" cy="3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SAT5141</a:t>
            </a:r>
            <a:endParaRPr sz="2000"/>
          </a:p>
        </p:txBody>
      </p:sp>
      <p:sp>
        <p:nvSpPr>
          <p:cNvPr id="485" name="Google Shape;485;p57"/>
          <p:cNvSpPr txBox="1"/>
          <p:nvPr>
            <p:ph idx="4294967295" type="body"/>
          </p:nvPr>
        </p:nvSpPr>
        <p:spPr>
          <a:xfrm>
            <a:off x="342900" y="1371225"/>
            <a:ext cx="8091900" cy="30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2700" lvl="0" marL="355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B, Arunachalam. “How to Build a Linear Regression Model – Machine Learning Example.” </a:t>
            </a:r>
            <a:r>
              <a:rPr i="1"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freeCodeCamp.Org</a:t>
            </a: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freeCodeCamp.org, 6 Sept. 2023, www.freecodecamp.org/news/build-a-linear-regression-model-with-an-example/.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" lvl="0" marL="355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Falk, J. (2022). Operating Room Utilization. Kaggle. https://www.kaggle.com/datasets/thedevastator/optimizing-operating-room-utilization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" lvl="0" marL="355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Hembroff, Guy. “SAT5141 Disease Progression.” </a:t>
            </a:r>
            <a:r>
              <a:rPr i="1"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CAS</a:t>
            </a: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SAT5141, mtu.instructure.com/courses/1575642/pages/part-i-disease-progression-modeling-dpm. Accessed 20 Nov. 2025.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" lvl="0" marL="355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Saraswat, Manish. “Beginners Guide to Regression Analysis and Plot Interpretations Tutorials &amp; Notes: Machine Learning.” </a:t>
            </a:r>
            <a:r>
              <a:rPr i="1"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HackerEarth</a:t>
            </a: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www.hackerearth.com/practice/machine-learning/machine-learning-algorithms/beginners-guide-regression-analysis-plot-interpretations/tutorial/. Accessed 5 Dec. 2025.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" lvl="0" marL="355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“Support Vector Regression (SVR) Using Linear and Non-Linear Kernels in Scikit Learn.” </a:t>
            </a:r>
            <a:r>
              <a:rPr i="1"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GeeksforGeeks</a:t>
            </a: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GeeksforGeeks, 6 Aug. 2025, www.geeksforgeeks.org/machine-learning/support-vector-regression-svr-using-linear-and-non-linear-kernels-in-scikit-learn/. 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" lvl="0" marL="355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w level view of surgical team operating (Provided by Getty Images)" id="490" name="Google Shape;490;p5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8906" l="0" r="0" t="38904"/>
          <a:stretch/>
        </p:blipFill>
        <p:spPr>
          <a:xfrm>
            <a:off x="228600" y="223625"/>
            <a:ext cx="8686800" cy="1446600"/>
          </a:xfrm>
          <a:prstGeom prst="roundRect">
            <a:avLst>
              <a:gd fmla="val 16667" name="adj"/>
            </a:avLst>
          </a:prstGeom>
        </p:spPr>
      </p:pic>
      <p:sp>
        <p:nvSpPr>
          <p:cNvPr id="491" name="Google Shape;491;p58"/>
          <p:cNvSpPr txBox="1"/>
          <p:nvPr>
            <p:ph type="title"/>
          </p:nvPr>
        </p:nvSpPr>
        <p:spPr>
          <a:xfrm>
            <a:off x="3086100" y="1960225"/>
            <a:ext cx="5943600" cy="29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492" name="Google Shape;492;p58"/>
          <p:cNvSpPr txBox="1"/>
          <p:nvPr>
            <p:ph type="title"/>
          </p:nvPr>
        </p:nvSpPr>
        <p:spPr>
          <a:xfrm>
            <a:off x="220977" y="4592400"/>
            <a:ext cx="2316600" cy="3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SAT5141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usiness Plan">
  <a:themeElements>
    <a:clrScheme name="Simple Light">
      <a:dk1>
        <a:srgbClr val="FFFFFF"/>
      </a:dk1>
      <a:lt1>
        <a:srgbClr val="000000"/>
      </a:lt1>
      <a:dk2>
        <a:srgbClr val="FFFFFF"/>
      </a:dk2>
      <a:lt2>
        <a:srgbClr val="ADC2AC"/>
      </a:lt2>
      <a:accent1>
        <a:srgbClr val="83AFA8"/>
      </a:accent1>
      <a:accent2>
        <a:srgbClr val="346B66"/>
      </a:accent2>
      <a:accent3>
        <a:srgbClr val="78909C"/>
      </a:accent3>
      <a:accent4>
        <a:srgbClr val="3E618F"/>
      </a:accent4>
      <a:accent5>
        <a:srgbClr val="465F59"/>
      </a:accent5>
      <a:accent6>
        <a:srgbClr val="5B7973"/>
      </a:accent6>
      <a:hlink>
        <a:srgbClr val="ADC2A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